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73" r:id="rId4"/>
    <p:sldId id="269" r:id="rId5"/>
    <p:sldId id="259" r:id="rId6"/>
    <p:sldId id="260" r:id="rId7"/>
    <p:sldId id="261" r:id="rId8"/>
    <p:sldId id="262" r:id="rId9"/>
    <p:sldId id="263" r:id="rId10"/>
    <p:sldId id="272" r:id="rId11"/>
  </p:sldIdLst>
  <p:sldSz cx="12192000" cy="6858000"/>
  <p:notesSz cx="6858000" cy="9144000"/>
  <p:defaultTextStyle>
    <a:defPPr>
      <a:defRPr lang="es-MX"/>
    </a:defPPr>
    <a:lvl1pPr marL="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1" userDrawn="1">
          <p15:clr>
            <a:srgbClr val="A4A3A4"/>
          </p15:clr>
        </p15:guide>
        <p15:guide id="2" orient="horz" pos="215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8EBD9550-C18F-4F38-97FC-229F821B0741}" v="38" dt="2026-03-13T20:41:40.89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>
        <p:scale>
          <a:sx n="66" d="100"/>
          <a:sy n="66" d="100"/>
        </p:scale>
        <p:origin x="1301" y="317"/>
      </p:cViewPr>
      <p:guideLst>
        <p:guide pos="4121"/>
        <p:guide orient="horz" pos="2159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18" Type="http://schemas.microsoft.com/office/2015/10/relationships/revisionInfo" Target="revisionInfo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ryan Ramirez" userId="8929d09b-30ab-44c9-b9c2-c451a447e6fd" providerId="ADAL" clId="{A097F704-7DA5-4784-8A3E-B85F6E81AD58}"/>
    <pc:docChg chg="undo custSel addSld delSld modSld sldOrd">
      <pc:chgData name="Bryan Ramirez" userId="8929d09b-30ab-44c9-b9c2-c451a447e6fd" providerId="ADAL" clId="{A097F704-7DA5-4784-8A3E-B85F6E81AD58}" dt="2026-03-13T20:41:40.893" v="191" actId="1076"/>
      <pc:docMkLst>
        <pc:docMk/>
      </pc:docMkLst>
      <pc:sldChg chg="addSp modSp mod">
        <pc:chgData name="Bryan Ramirez" userId="8929d09b-30ab-44c9-b9c2-c451a447e6fd" providerId="ADAL" clId="{A097F704-7DA5-4784-8A3E-B85F6E81AD58}" dt="2026-03-13T20:39:51.390" v="156" actId="1076"/>
        <pc:sldMkLst>
          <pc:docMk/>
          <pc:sldMk cId="0" sldId="257"/>
        </pc:sldMkLst>
        <pc:picChg chg="add mod">
          <ac:chgData name="Bryan Ramirez" userId="8929d09b-30ab-44c9-b9c2-c451a447e6fd" providerId="ADAL" clId="{A097F704-7DA5-4784-8A3E-B85F6E81AD58}" dt="2026-03-13T20:39:51.390" v="156" actId="1076"/>
          <ac:picMkLst>
            <pc:docMk/>
            <pc:sldMk cId="0" sldId="257"/>
            <ac:picMk id="3" creationId="{D7D313B2-369C-03D5-0355-09A76732860E}"/>
          </ac:picMkLst>
        </pc:picChg>
      </pc:sldChg>
      <pc:sldChg chg="addSp delSp modSp mod">
        <pc:chgData name="Bryan Ramirez" userId="8929d09b-30ab-44c9-b9c2-c451a447e6fd" providerId="ADAL" clId="{A097F704-7DA5-4784-8A3E-B85F6E81AD58}" dt="2026-03-13T19:04:29.046" v="37" actId="1076"/>
        <pc:sldMkLst>
          <pc:docMk/>
          <pc:sldMk cId="0" sldId="262"/>
        </pc:sldMkLst>
        <pc:spChg chg="add del mod">
          <ac:chgData name="Bryan Ramirez" userId="8929d09b-30ab-44c9-b9c2-c451a447e6fd" providerId="ADAL" clId="{A097F704-7DA5-4784-8A3E-B85F6E81AD58}" dt="2026-03-13T19:02:37.299" v="5" actId="478"/>
          <ac:spMkLst>
            <pc:docMk/>
            <pc:sldMk cId="0" sldId="262"/>
            <ac:spMk id="3" creationId="{18A5D054-CCEC-D847-611D-6FF337D3530A}"/>
          </ac:spMkLst>
        </pc:spChg>
        <pc:spChg chg="add del mod">
          <ac:chgData name="Bryan Ramirez" userId="8929d09b-30ab-44c9-b9c2-c451a447e6fd" providerId="ADAL" clId="{A097F704-7DA5-4784-8A3E-B85F6E81AD58}" dt="2026-03-13T19:02:35.425" v="4" actId="478"/>
          <ac:spMkLst>
            <pc:docMk/>
            <pc:sldMk cId="0" sldId="262"/>
            <ac:spMk id="5" creationId="{18F36955-468D-0984-D32A-DA4A1F7988A1}"/>
          </ac:spMkLst>
        </pc:spChg>
        <pc:spChg chg="add del mod">
          <ac:chgData name="Bryan Ramirez" userId="8929d09b-30ab-44c9-b9c2-c451a447e6fd" providerId="ADAL" clId="{A097F704-7DA5-4784-8A3E-B85F6E81AD58}" dt="2026-03-13T19:02:41.265" v="7" actId="478"/>
          <ac:spMkLst>
            <pc:docMk/>
            <pc:sldMk cId="0" sldId="262"/>
            <ac:spMk id="7" creationId="{0F3525F6-3A07-D2C9-7589-CEF8899DC39B}"/>
          </ac:spMkLst>
        </pc:spChg>
        <pc:spChg chg="del">
          <ac:chgData name="Bryan Ramirez" userId="8929d09b-30ab-44c9-b9c2-c451a447e6fd" providerId="ADAL" clId="{A097F704-7DA5-4784-8A3E-B85F6E81AD58}" dt="2026-03-13T19:02:39.715" v="6" actId="478"/>
          <ac:spMkLst>
            <pc:docMk/>
            <pc:sldMk cId="0" sldId="262"/>
            <ac:spMk id="92992630" creationId="{00000000-0000-0000-0000-000000000000}"/>
          </ac:spMkLst>
        </pc:spChg>
        <pc:spChg chg="del mod">
          <ac:chgData name="Bryan Ramirez" userId="8929d09b-30ab-44c9-b9c2-c451a447e6fd" providerId="ADAL" clId="{A097F704-7DA5-4784-8A3E-B85F6E81AD58}" dt="2026-03-13T19:02:31.479" v="2" actId="478"/>
          <ac:spMkLst>
            <pc:docMk/>
            <pc:sldMk cId="0" sldId="262"/>
            <ac:spMk id="413212099" creationId="{00000000-0000-0000-0000-000000000000}"/>
          </ac:spMkLst>
        </pc:spChg>
        <pc:spChg chg="del mod">
          <ac:chgData name="Bryan Ramirez" userId="8929d09b-30ab-44c9-b9c2-c451a447e6fd" providerId="ADAL" clId="{A097F704-7DA5-4784-8A3E-B85F6E81AD58}" dt="2026-03-13T19:02:34.476" v="3" actId="478"/>
          <ac:spMkLst>
            <pc:docMk/>
            <pc:sldMk cId="0" sldId="262"/>
            <ac:spMk id="1978447528" creationId="{00000000-0000-0000-0000-000000000000}"/>
          </ac:spMkLst>
        </pc:spChg>
        <pc:picChg chg="add del mod modCrop">
          <ac:chgData name="Bryan Ramirez" userId="8929d09b-30ab-44c9-b9c2-c451a447e6fd" providerId="ADAL" clId="{A097F704-7DA5-4784-8A3E-B85F6E81AD58}" dt="2026-03-13T19:04:22.405" v="36" actId="1076"/>
          <ac:picMkLst>
            <pc:docMk/>
            <pc:sldMk cId="0" sldId="262"/>
            <ac:picMk id="9" creationId="{67F34C0E-6D9A-ECA6-CB54-C672403BF9D7}"/>
          </ac:picMkLst>
        </pc:picChg>
        <pc:picChg chg="add del mod">
          <ac:chgData name="Bryan Ramirez" userId="8929d09b-30ab-44c9-b9c2-c451a447e6fd" providerId="ADAL" clId="{A097F704-7DA5-4784-8A3E-B85F6E81AD58}" dt="2026-03-13T19:03:58.237" v="24" actId="478"/>
          <ac:picMkLst>
            <pc:docMk/>
            <pc:sldMk cId="0" sldId="262"/>
            <ac:picMk id="1026" creationId="{EB4C9E20-10B0-DBBC-233B-C570223650C4}"/>
          </ac:picMkLst>
        </pc:picChg>
        <pc:picChg chg="add mod">
          <ac:chgData name="Bryan Ramirez" userId="8929d09b-30ab-44c9-b9c2-c451a447e6fd" providerId="ADAL" clId="{A097F704-7DA5-4784-8A3E-B85F6E81AD58}" dt="2026-03-13T19:04:29.046" v="37" actId="1076"/>
          <ac:picMkLst>
            <pc:docMk/>
            <pc:sldMk cId="0" sldId="262"/>
            <ac:picMk id="1028" creationId="{26CFB842-E324-1444-83FD-0105DA02E037}"/>
          </ac:picMkLst>
        </pc:picChg>
      </pc:sldChg>
      <pc:sldChg chg="addSp delSp modSp mod setBg addAnim delAnim">
        <pc:chgData name="Bryan Ramirez" userId="8929d09b-30ab-44c9-b9c2-c451a447e6fd" providerId="ADAL" clId="{A097F704-7DA5-4784-8A3E-B85F6E81AD58}" dt="2026-03-13T19:10:37.108" v="41" actId="26606"/>
        <pc:sldMkLst>
          <pc:docMk/>
          <pc:sldMk cId="0" sldId="263"/>
        </pc:sldMkLst>
        <pc:spChg chg="mod">
          <ac:chgData name="Bryan Ramirez" userId="8929d09b-30ab-44c9-b9c2-c451a447e6fd" providerId="ADAL" clId="{A097F704-7DA5-4784-8A3E-B85F6E81AD58}" dt="2026-03-13T19:10:37.108" v="41" actId="26606"/>
          <ac:spMkLst>
            <pc:docMk/>
            <pc:sldMk cId="0" sldId="263"/>
            <ac:spMk id="1563082182" creationId="{00000000-0000-0000-0000-000000000000}"/>
          </ac:spMkLst>
        </pc:spChg>
        <pc:spChg chg="mod">
          <ac:chgData name="Bryan Ramirez" userId="8929d09b-30ab-44c9-b9c2-c451a447e6fd" providerId="ADAL" clId="{A097F704-7DA5-4784-8A3E-B85F6E81AD58}" dt="2026-03-13T19:10:37.108" v="41" actId="26606"/>
          <ac:spMkLst>
            <pc:docMk/>
            <pc:sldMk cId="0" sldId="263"/>
            <ac:spMk id="1982200600" creationId="{00000000-0000-0000-0000-000000000000}"/>
          </ac:spMkLst>
        </pc:spChg>
        <pc:spChg chg="add del">
          <ac:chgData name="Bryan Ramirez" userId="8929d09b-30ab-44c9-b9c2-c451a447e6fd" providerId="ADAL" clId="{A097F704-7DA5-4784-8A3E-B85F6E81AD58}" dt="2026-03-13T19:10:37.108" v="41" actId="26606"/>
          <ac:spMkLst>
            <pc:docMk/>
            <pc:sldMk cId="0" sldId="263"/>
            <ac:spMk id="1982200605" creationId="{C1DD1A8A-57D5-4A81-AD04-532B043C5611}"/>
          </ac:spMkLst>
        </pc:spChg>
        <pc:spChg chg="add del">
          <ac:chgData name="Bryan Ramirez" userId="8929d09b-30ab-44c9-b9c2-c451a447e6fd" providerId="ADAL" clId="{A097F704-7DA5-4784-8A3E-B85F6E81AD58}" dt="2026-03-13T19:10:37.108" v="41" actId="26606"/>
          <ac:spMkLst>
            <pc:docMk/>
            <pc:sldMk cId="0" sldId="263"/>
            <ac:spMk id="1982200607" creationId="{007891EC-4501-44ED-A8C8-B11B6DB767AB}"/>
          </ac:spMkLst>
        </pc:spChg>
        <pc:picChg chg="add mod ord">
          <ac:chgData name="Bryan Ramirez" userId="8929d09b-30ab-44c9-b9c2-c451a447e6fd" providerId="ADAL" clId="{A097F704-7DA5-4784-8A3E-B85F6E81AD58}" dt="2026-03-13T19:10:37.108" v="41" actId="26606"/>
          <ac:picMkLst>
            <pc:docMk/>
            <pc:sldMk cId="0" sldId="263"/>
            <ac:picMk id="3" creationId="{3147D7BD-E1DD-62D4-E725-CB954DB8B9E4}"/>
          </ac:picMkLst>
        </pc:picChg>
      </pc:sldChg>
      <pc:sldChg chg="del">
        <pc:chgData name="Bryan Ramirez" userId="8929d09b-30ab-44c9-b9c2-c451a447e6fd" providerId="ADAL" clId="{A097F704-7DA5-4784-8A3E-B85F6E81AD58}" dt="2026-03-13T19:40:53.262" v="46" actId="47"/>
        <pc:sldMkLst>
          <pc:docMk/>
          <pc:sldMk cId="0" sldId="264"/>
        </pc:sldMkLst>
      </pc:sldChg>
      <pc:sldChg chg="del">
        <pc:chgData name="Bryan Ramirez" userId="8929d09b-30ab-44c9-b9c2-c451a447e6fd" providerId="ADAL" clId="{A097F704-7DA5-4784-8A3E-B85F6E81AD58}" dt="2026-03-13T19:40:54.199" v="47" actId="47"/>
        <pc:sldMkLst>
          <pc:docMk/>
          <pc:sldMk cId="0" sldId="265"/>
        </pc:sldMkLst>
      </pc:sldChg>
      <pc:sldChg chg="del">
        <pc:chgData name="Bryan Ramirez" userId="8929d09b-30ab-44c9-b9c2-c451a447e6fd" providerId="ADAL" clId="{A097F704-7DA5-4784-8A3E-B85F6E81AD58}" dt="2026-03-13T19:40:51.340" v="45" actId="47"/>
        <pc:sldMkLst>
          <pc:docMk/>
          <pc:sldMk cId="0" sldId="266"/>
        </pc:sldMkLst>
      </pc:sldChg>
      <pc:sldChg chg="del">
        <pc:chgData name="Bryan Ramirez" userId="8929d09b-30ab-44c9-b9c2-c451a447e6fd" providerId="ADAL" clId="{A097F704-7DA5-4784-8A3E-B85F6E81AD58}" dt="2026-03-13T19:40:50.499" v="44" actId="47"/>
        <pc:sldMkLst>
          <pc:docMk/>
          <pc:sldMk cId="0" sldId="267"/>
        </pc:sldMkLst>
      </pc:sldChg>
      <pc:sldChg chg="del">
        <pc:chgData name="Bryan Ramirez" userId="8929d09b-30ab-44c9-b9c2-c451a447e6fd" providerId="ADAL" clId="{A097F704-7DA5-4784-8A3E-B85F6E81AD58}" dt="2026-03-13T19:40:49.612" v="43" actId="47"/>
        <pc:sldMkLst>
          <pc:docMk/>
          <pc:sldMk cId="0" sldId="268"/>
        </pc:sldMkLst>
      </pc:sldChg>
      <pc:sldChg chg="addSp delSp modSp mod ord">
        <pc:chgData name="Bryan Ramirez" userId="8929d09b-30ab-44c9-b9c2-c451a447e6fd" providerId="ADAL" clId="{A097F704-7DA5-4784-8A3E-B85F6E81AD58}" dt="2026-03-13T19:45:33.656" v="59" actId="1076"/>
        <pc:sldMkLst>
          <pc:docMk/>
          <pc:sldMk cId="0" sldId="269"/>
        </pc:sldMkLst>
        <pc:spChg chg="add del mod">
          <ac:chgData name="Bryan Ramirez" userId="8929d09b-30ab-44c9-b9c2-c451a447e6fd" providerId="ADAL" clId="{A097F704-7DA5-4784-8A3E-B85F6E81AD58}" dt="2026-03-13T19:44:55.020" v="50" actId="478"/>
          <ac:spMkLst>
            <pc:docMk/>
            <pc:sldMk cId="0" sldId="269"/>
            <ac:spMk id="3" creationId="{4E415FA5-8E1A-5AD7-CA10-815618082BB1}"/>
          </ac:spMkLst>
        </pc:spChg>
        <pc:spChg chg="del mod">
          <ac:chgData name="Bryan Ramirez" userId="8929d09b-30ab-44c9-b9c2-c451a447e6fd" providerId="ADAL" clId="{A097F704-7DA5-4784-8A3E-B85F6E81AD58}" dt="2026-03-13T19:44:52.821" v="49" actId="478"/>
          <ac:spMkLst>
            <pc:docMk/>
            <pc:sldMk cId="0" sldId="269"/>
            <ac:spMk id="2048607459" creationId="{00000000-0000-0000-0000-000000000000}"/>
          </ac:spMkLst>
        </pc:spChg>
        <pc:picChg chg="add mod modCrop">
          <ac:chgData name="Bryan Ramirez" userId="8929d09b-30ab-44c9-b9c2-c451a447e6fd" providerId="ADAL" clId="{A097F704-7DA5-4784-8A3E-B85F6E81AD58}" dt="2026-03-13T19:45:33.656" v="59" actId="1076"/>
          <ac:picMkLst>
            <pc:docMk/>
            <pc:sldMk cId="0" sldId="269"/>
            <ac:picMk id="5" creationId="{F72B4E71-B397-D63A-286F-E84B07D5A9DE}"/>
          </ac:picMkLst>
        </pc:picChg>
      </pc:sldChg>
      <pc:sldChg chg="del">
        <pc:chgData name="Bryan Ramirez" userId="8929d09b-30ab-44c9-b9c2-c451a447e6fd" providerId="ADAL" clId="{A097F704-7DA5-4784-8A3E-B85F6E81AD58}" dt="2026-03-13T19:40:48.740" v="42" actId="47"/>
        <pc:sldMkLst>
          <pc:docMk/>
          <pc:sldMk cId="0" sldId="270"/>
        </pc:sldMkLst>
      </pc:sldChg>
      <pc:sldChg chg="addSp delSp modSp del mod">
        <pc:chgData name="Bryan Ramirez" userId="8929d09b-30ab-44c9-b9c2-c451a447e6fd" providerId="ADAL" clId="{A097F704-7DA5-4784-8A3E-B85F6E81AD58}" dt="2026-03-13T20:19:27.366" v="140" actId="47"/>
        <pc:sldMkLst>
          <pc:docMk/>
          <pc:sldMk cId="0" sldId="271"/>
        </pc:sldMkLst>
        <pc:spChg chg="add del mod">
          <ac:chgData name="Bryan Ramirez" userId="8929d09b-30ab-44c9-b9c2-c451a447e6fd" providerId="ADAL" clId="{A097F704-7DA5-4784-8A3E-B85F6E81AD58}" dt="2026-03-13T19:51:04.561" v="77" actId="478"/>
          <ac:spMkLst>
            <pc:docMk/>
            <pc:sldMk cId="0" sldId="271"/>
            <ac:spMk id="3" creationId="{A2EC07E0-A1F2-B6CA-3429-A0728E9AFFEA}"/>
          </ac:spMkLst>
        </pc:spChg>
        <pc:spChg chg="add del mod">
          <ac:chgData name="Bryan Ramirez" userId="8929d09b-30ab-44c9-b9c2-c451a447e6fd" providerId="ADAL" clId="{A097F704-7DA5-4784-8A3E-B85F6E81AD58}" dt="2026-03-13T19:51:02.529" v="76" actId="478"/>
          <ac:spMkLst>
            <pc:docMk/>
            <pc:sldMk cId="0" sldId="271"/>
            <ac:spMk id="5" creationId="{547585CB-98A5-1C5C-1844-0A887D4B4228}"/>
          </ac:spMkLst>
        </pc:spChg>
        <pc:spChg chg="add del mod">
          <ac:chgData name="Bryan Ramirez" userId="8929d09b-30ab-44c9-b9c2-c451a447e6fd" providerId="ADAL" clId="{A097F704-7DA5-4784-8A3E-B85F6E81AD58}" dt="2026-03-13T19:51:01.350" v="75" actId="478"/>
          <ac:spMkLst>
            <pc:docMk/>
            <pc:sldMk cId="0" sldId="271"/>
            <ac:spMk id="7" creationId="{03B935D3-102F-2BB5-D0EF-431B8AA86BD5}"/>
          </ac:spMkLst>
        </pc:spChg>
        <pc:spChg chg="add del mod">
          <ac:chgData name="Bryan Ramirez" userId="8929d09b-30ab-44c9-b9c2-c451a447e6fd" providerId="ADAL" clId="{A097F704-7DA5-4784-8A3E-B85F6E81AD58}" dt="2026-03-13T19:51:00.812" v="74" actId="478"/>
          <ac:spMkLst>
            <pc:docMk/>
            <pc:sldMk cId="0" sldId="271"/>
            <ac:spMk id="9" creationId="{BB0B5FD0-E76B-5F8E-6FEE-01F935ED6DBF}"/>
          </ac:spMkLst>
        </pc:spChg>
        <pc:spChg chg="add del mod">
          <ac:chgData name="Bryan Ramirez" userId="8929d09b-30ab-44c9-b9c2-c451a447e6fd" providerId="ADAL" clId="{A097F704-7DA5-4784-8A3E-B85F6E81AD58}" dt="2026-03-13T19:50:50.226" v="66" actId="478"/>
          <ac:spMkLst>
            <pc:docMk/>
            <pc:sldMk cId="0" sldId="271"/>
            <ac:spMk id="11" creationId="{01DDA692-1034-F7D5-45DF-82B05488EF7F}"/>
          </ac:spMkLst>
        </pc:spChg>
        <pc:spChg chg="add del mod">
          <ac:chgData name="Bryan Ramirez" userId="8929d09b-30ab-44c9-b9c2-c451a447e6fd" providerId="ADAL" clId="{A097F704-7DA5-4784-8A3E-B85F6E81AD58}" dt="2026-03-13T19:50:53.740" v="68" actId="478"/>
          <ac:spMkLst>
            <pc:docMk/>
            <pc:sldMk cId="0" sldId="271"/>
            <ac:spMk id="13" creationId="{AB978E42-EF55-ACB3-7BE4-AA28C619A8D7}"/>
          </ac:spMkLst>
        </pc:spChg>
        <pc:spChg chg="add del mod">
          <ac:chgData name="Bryan Ramirez" userId="8929d09b-30ab-44c9-b9c2-c451a447e6fd" providerId="ADAL" clId="{A097F704-7DA5-4784-8A3E-B85F6E81AD58}" dt="2026-03-13T19:50:56.755" v="71" actId="478"/>
          <ac:spMkLst>
            <pc:docMk/>
            <pc:sldMk cId="0" sldId="271"/>
            <ac:spMk id="15" creationId="{4DF55EFE-7D52-004F-F692-C43655705C02}"/>
          </ac:spMkLst>
        </pc:spChg>
        <pc:spChg chg="add mod">
          <ac:chgData name="Bryan Ramirez" userId="8929d09b-30ab-44c9-b9c2-c451a447e6fd" providerId="ADAL" clId="{A097F704-7DA5-4784-8A3E-B85F6E81AD58}" dt="2026-03-13T20:19:19.485" v="138" actId="6549"/>
          <ac:spMkLst>
            <pc:docMk/>
            <pc:sldMk cId="0" sldId="271"/>
            <ac:spMk id="17" creationId="{C6EE2683-F2AC-2C1C-521C-233A9059B6C9}"/>
          </ac:spMkLst>
        </pc:spChg>
        <pc:spChg chg="add del mod">
          <ac:chgData name="Bryan Ramirez" userId="8929d09b-30ab-44c9-b9c2-c451a447e6fd" providerId="ADAL" clId="{A097F704-7DA5-4784-8A3E-B85F6E81AD58}" dt="2026-03-13T19:51:07.932" v="79" actId="478"/>
          <ac:spMkLst>
            <pc:docMk/>
            <pc:sldMk cId="0" sldId="271"/>
            <ac:spMk id="19" creationId="{BE22C9AF-9FC4-C6CB-359A-DF343DB0AE98}"/>
          </ac:spMkLst>
        </pc:spChg>
        <pc:spChg chg="add del mod">
          <ac:chgData name="Bryan Ramirez" userId="8929d09b-30ab-44c9-b9c2-c451a447e6fd" providerId="ADAL" clId="{A097F704-7DA5-4784-8A3E-B85F6E81AD58}" dt="2026-03-13T19:51:42.871" v="90" actId="478"/>
          <ac:spMkLst>
            <pc:docMk/>
            <pc:sldMk cId="0" sldId="271"/>
            <ac:spMk id="21" creationId="{18606ABA-5522-F7C3-CF5E-37A54B155F82}"/>
          </ac:spMkLst>
        </pc:spChg>
        <pc:spChg chg="add del mod">
          <ac:chgData name="Bryan Ramirez" userId="8929d09b-30ab-44c9-b9c2-c451a447e6fd" providerId="ADAL" clId="{A097F704-7DA5-4784-8A3E-B85F6E81AD58}" dt="2026-03-13T20:19:18.658" v="137" actId="478"/>
          <ac:spMkLst>
            <pc:docMk/>
            <pc:sldMk cId="0" sldId="271"/>
            <ac:spMk id="23" creationId="{FDE9D3B6-2A8B-3553-8B9A-3987AF9F5C23}"/>
          </ac:spMkLst>
        </pc:spChg>
        <pc:spChg chg="add del mod">
          <ac:chgData name="Bryan Ramirez" userId="8929d09b-30ab-44c9-b9c2-c451a447e6fd" providerId="ADAL" clId="{A097F704-7DA5-4784-8A3E-B85F6E81AD58}" dt="2026-03-13T20:19:18.360" v="136" actId="478"/>
          <ac:spMkLst>
            <pc:docMk/>
            <pc:sldMk cId="0" sldId="271"/>
            <ac:spMk id="25" creationId="{1FB49197-E4C2-44CA-CA48-34D78EE81388}"/>
          </ac:spMkLst>
        </pc:spChg>
        <pc:spChg chg="del">
          <ac:chgData name="Bryan Ramirez" userId="8929d09b-30ab-44c9-b9c2-c451a447e6fd" providerId="ADAL" clId="{A097F704-7DA5-4784-8A3E-B85F6E81AD58}" dt="2026-03-13T19:50:47.674" v="65" actId="478"/>
          <ac:spMkLst>
            <pc:docMk/>
            <pc:sldMk cId="0" sldId="271"/>
            <ac:spMk id="9570443" creationId="{00000000-0000-0000-0000-000000000000}"/>
          </ac:spMkLst>
        </pc:spChg>
        <pc:spChg chg="del mod">
          <ac:chgData name="Bryan Ramirez" userId="8929d09b-30ab-44c9-b9c2-c451a447e6fd" providerId="ADAL" clId="{A097F704-7DA5-4784-8A3E-B85F6E81AD58}" dt="2026-03-13T19:50:54.710" v="70" actId="478"/>
          <ac:spMkLst>
            <pc:docMk/>
            <pc:sldMk cId="0" sldId="271"/>
            <ac:spMk id="106922841" creationId="{00000000-0000-0000-0000-000000000000}"/>
          </ac:spMkLst>
        </pc:spChg>
        <pc:spChg chg="del">
          <ac:chgData name="Bryan Ramirez" userId="8929d09b-30ab-44c9-b9c2-c451a447e6fd" providerId="ADAL" clId="{A097F704-7DA5-4784-8A3E-B85F6E81AD58}" dt="2026-03-13T19:50:41.921" v="62" actId="478"/>
          <ac:spMkLst>
            <pc:docMk/>
            <pc:sldMk cId="0" sldId="271"/>
            <ac:spMk id="681656481" creationId="{00000000-0000-0000-0000-000000000000}"/>
          </ac:spMkLst>
        </pc:spChg>
        <pc:spChg chg="del">
          <ac:chgData name="Bryan Ramirez" userId="8929d09b-30ab-44c9-b9c2-c451a447e6fd" providerId="ADAL" clId="{A097F704-7DA5-4784-8A3E-B85F6E81AD58}" dt="2026-03-13T19:50:44.060" v="63" actId="478"/>
          <ac:spMkLst>
            <pc:docMk/>
            <pc:sldMk cId="0" sldId="271"/>
            <ac:spMk id="697983518" creationId="{00000000-0000-0000-0000-000000000000}"/>
          </ac:spMkLst>
        </pc:spChg>
        <pc:spChg chg="del">
          <ac:chgData name="Bryan Ramirez" userId="8929d09b-30ab-44c9-b9c2-c451a447e6fd" providerId="ADAL" clId="{A097F704-7DA5-4784-8A3E-B85F6E81AD58}" dt="2026-03-13T20:19:17.407" v="135" actId="478"/>
          <ac:spMkLst>
            <pc:docMk/>
            <pc:sldMk cId="0" sldId="271"/>
            <ac:spMk id="775318839" creationId="{00000000-0000-0000-0000-000000000000}"/>
          </ac:spMkLst>
        </pc:spChg>
        <pc:spChg chg="del">
          <ac:chgData name="Bryan Ramirez" userId="8929d09b-30ab-44c9-b9c2-c451a447e6fd" providerId="ADAL" clId="{A097F704-7DA5-4784-8A3E-B85F6E81AD58}" dt="2026-03-13T19:50:46.005" v="64" actId="478"/>
          <ac:spMkLst>
            <pc:docMk/>
            <pc:sldMk cId="0" sldId="271"/>
            <ac:spMk id="1138138445" creationId="{00000000-0000-0000-0000-000000000000}"/>
          </ac:spMkLst>
        </pc:spChg>
        <pc:spChg chg="del">
          <ac:chgData name="Bryan Ramirez" userId="8929d09b-30ab-44c9-b9c2-c451a447e6fd" providerId="ADAL" clId="{A097F704-7DA5-4784-8A3E-B85F6E81AD58}" dt="2026-03-13T19:50:52.270" v="67" actId="478"/>
          <ac:spMkLst>
            <pc:docMk/>
            <pc:sldMk cId="0" sldId="271"/>
            <ac:spMk id="1300161021" creationId="{00000000-0000-0000-0000-000000000000}"/>
          </ac:spMkLst>
        </pc:spChg>
        <pc:spChg chg="del">
          <ac:chgData name="Bryan Ramirez" userId="8929d09b-30ab-44c9-b9c2-c451a447e6fd" providerId="ADAL" clId="{A097F704-7DA5-4784-8A3E-B85F6E81AD58}" dt="2026-03-13T19:51:05.233" v="78" actId="478"/>
          <ac:spMkLst>
            <pc:docMk/>
            <pc:sldMk cId="0" sldId="271"/>
            <ac:spMk id="1384232538" creationId="{00000000-0000-0000-0000-000000000000}"/>
          </ac:spMkLst>
        </pc:spChg>
        <pc:spChg chg="del mod">
          <ac:chgData name="Bryan Ramirez" userId="8929d09b-30ab-44c9-b9c2-c451a447e6fd" providerId="ADAL" clId="{A097F704-7DA5-4784-8A3E-B85F6E81AD58}" dt="2026-03-13T19:50:37.296" v="61" actId="478"/>
          <ac:spMkLst>
            <pc:docMk/>
            <pc:sldMk cId="0" sldId="271"/>
            <ac:spMk id="1421353386" creationId="{00000000-0000-0000-0000-000000000000}"/>
          </ac:spMkLst>
        </pc:spChg>
        <pc:spChg chg="del mod">
          <ac:chgData name="Bryan Ramirez" userId="8929d09b-30ab-44c9-b9c2-c451a447e6fd" providerId="ADAL" clId="{A097F704-7DA5-4784-8A3E-B85F6E81AD58}" dt="2026-03-13T19:50:57.625" v="72" actId="478"/>
          <ac:spMkLst>
            <pc:docMk/>
            <pc:sldMk cId="0" sldId="271"/>
            <ac:spMk id="1948621076" creationId="{00000000-0000-0000-0000-000000000000}"/>
          </ac:spMkLst>
        </pc:spChg>
        <pc:spChg chg="del mod">
          <ac:chgData name="Bryan Ramirez" userId="8929d09b-30ab-44c9-b9c2-c451a447e6fd" providerId="ADAL" clId="{A097F704-7DA5-4784-8A3E-B85F6E81AD58}" dt="2026-03-13T20:19:17.407" v="135" actId="478"/>
          <ac:spMkLst>
            <pc:docMk/>
            <pc:sldMk cId="0" sldId="271"/>
            <ac:spMk id="1975851076" creationId="{00000000-0000-0000-0000-000000000000}"/>
          </ac:spMkLst>
        </pc:spChg>
        <pc:spChg chg="del mod">
          <ac:chgData name="Bryan Ramirez" userId="8929d09b-30ab-44c9-b9c2-c451a447e6fd" providerId="ADAL" clId="{A097F704-7DA5-4784-8A3E-B85F6E81AD58}" dt="2026-03-13T19:51:41.109" v="88" actId="478"/>
          <ac:spMkLst>
            <pc:docMk/>
            <pc:sldMk cId="0" sldId="271"/>
            <ac:spMk id="2043632523" creationId="{00000000-0000-0000-0000-000000000000}"/>
          </ac:spMkLst>
        </pc:spChg>
      </pc:sldChg>
      <pc:sldChg chg="modSp add mod">
        <pc:chgData name="Bryan Ramirez" userId="8929d09b-30ab-44c9-b9c2-c451a447e6fd" providerId="ADAL" clId="{A097F704-7DA5-4784-8A3E-B85F6E81AD58}" dt="2026-03-13T20:19:32.999" v="148" actId="20577"/>
        <pc:sldMkLst>
          <pc:docMk/>
          <pc:sldMk cId="492931811" sldId="272"/>
        </pc:sldMkLst>
        <pc:spChg chg="mod">
          <ac:chgData name="Bryan Ramirez" userId="8929d09b-30ab-44c9-b9c2-c451a447e6fd" providerId="ADAL" clId="{A097F704-7DA5-4784-8A3E-B85F6E81AD58}" dt="2026-03-13T20:19:32.999" v="148" actId="20577"/>
          <ac:spMkLst>
            <pc:docMk/>
            <pc:sldMk cId="492931811" sldId="272"/>
            <ac:spMk id="172236489" creationId="{5823C3BE-9C7C-D438-0263-E5CC519B94C0}"/>
          </ac:spMkLst>
        </pc:spChg>
      </pc:sldChg>
      <pc:sldChg chg="addSp delSp modSp add mod ord">
        <pc:chgData name="Bryan Ramirez" userId="8929d09b-30ab-44c9-b9c2-c451a447e6fd" providerId="ADAL" clId="{A097F704-7DA5-4784-8A3E-B85F6E81AD58}" dt="2026-03-13T20:41:40.893" v="191" actId="1076"/>
        <pc:sldMkLst>
          <pc:docMk/>
          <pc:sldMk cId="2245465398" sldId="273"/>
        </pc:sldMkLst>
        <pc:spChg chg="add del mod">
          <ac:chgData name="Bryan Ramirez" userId="8929d09b-30ab-44c9-b9c2-c451a447e6fd" providerId="ADAL" clId="{A097F704-7DA5-4784-8A3E-B85F6E81AD58}" dt="2026-03-13T20:40:07.940" v="162" actId="478"/>
          <ac:spMkLst>
            <pc:docMk/>
            <pc:sldMk cId="2245465398" sldId="273"/>
            <ac:spMk id="4" creationId="{FF45EA1D-ABB8-0DBA-3D8A-D587249F8207}"/>
          </ac:spMkLst>
        </pc:spChg>
        <pc:spChg chg="add del mod">
          <ac:chgData name="Bryan Ramirez" userId="8929d09b-30ab-44c9-b9c2-c451a447e6fd" providerId="ADAL" clId="{A097F704-7DA5-4784-8A3E-B85F6E81AD58}" dt="2026-03-13T20:40:12.847" v="168" actId="478"/>
          <ac:spMkLst>
            <pc:docMk/>
            <pc:sldMk cId="2245465398" sldId="273"/>
            <ac:spMk id="6" creationId="{B0B710DA-3E9A-9868-CEE5-BBB4CED530E1}"/>
          </ac:spMkLst>
        </pc:spChg>
        <pc:spChg chg="del">
          <ac:chgData name="Bryan Ramirez" userId="8929d09b-30ab-44c9-b9c2-c451a447e6fd" providerId="ADAL" clId="{A097F704-7DA5-4784-8A3E-B85F6E81AD58}" dt="2026-03-13T20:40:05.820" v="161" actId="478"/>
          <ac:spMkLst>
            <pc:docMk/>
            <pc:sldMk cId="2245465398" sldId="273"/>
            <ac:spMk id="172236489" creationId="{175100A9-0401-9235-79B7-937A6E43D08A}"/>
          </ac:spMkLst>
        </pc:spChg>
        <pc:spChg chg="add del mod">
          <ac:chgData name="Bryan Ramirez" userId="8929d09b-30ab-44c9-b9c2-c451a447e6fd" providerId="ADAL" clId="{A097F704-7DA5-4784-8A3E-B85F6E81AD58}" dt="2026-03-13T20:41:30.390" v="190" actId="20577"/>
          <ac:spMkLst>
            <pc:docMk/>
            <pc:sldMk cId="2245465398" sldId="273"/>
            <ac:spMk id="956777151" creationId="{9F029FA2-844A-1306-C467-22A30ED9655F}"/>
          </ac:spMkLst>
        </pc:spChg>
        <pc:spChg chg="mod">
          <ac:chgData name="Bryan Ramirez" userId="8929d09b-30ab-44c9-b9c2-c451a447e6fd" providerId="ADAL" clId="{A097F704-7DA5-4784-8A3E-B85F6E81AD58}" dt="2026-03-13T20:41:23.128" v="187" actId="1076"/>
          <ac:spMkLst>
            <pc:docMk/>
            <pc:sldMk cId="2245465398" sldId="273"/>
            <ac:spMk id="983431636" creationId="{565E80EC-1D6C-9AE1-907D-DE069610BE89}"/>
          </ac:spMkLst>
        </pc:spChg>
        <pc:picChg chg="add mod">
          <ac:chgData name="Bryan Ramirez" userId="8929d09b-30ab-44c9-b9c2-c451a447e6fd" providerId="ADAL" clId="{A097F704-7DA5-4784-8A3E-B85F6E81AD58}" dt="2026-03-13T20:41:14.449" v="185" actId="1076"/>
          <ac:picMkLst>
            <pc:docMk/>
            <pc:sldMk cId="2245465398" sldId="273"/>
            <ac:picMk id="2" creationId="{650BEAF1-1C0E-7CE3-6957-643CE7CB58FC}"/>
          </ac:picMkLst>
        </pc:picChg>
        <pc:picChg chg="add mod">
          <ac:chgData name="Bryan Ramirez" userId="8929d09b-30ab-44c9-b9c2-c451a447e6fd" providerId="ADAL" clId="{A097F704-7DA5-4784-8A3E-B85F6E81AD58}" dt="2026-03-13T20:41:40.893" v="191" actId="1076"/>
          <ac:picMkLst>
            <pc:docMk/>
            <pc:sldMk cId="2245465398" sldId="273"/>
            <ac:picMk id="2050" creationId="{1D5A529C-6048-B15F-7079-ED0838167FC5}"/>
          </ac:picMkLst>
        </pc:picChg>
        <pc:picChg chg="add mod">
          <ac:chgData name="Bryan Ramirez" userId="8929d09b-30ab-44c9-b9c2-c451a447e6fd" providerId="ADAL" clId="{A097F704-7DA5-4784-8A3E-B85F6E81AD58}" dt="2026-03-13T20:41:10.449" v="184" actId="1076"/>
          <ac:picMkLst>
            <pc:docMk/>
            <pc:sldMk cId="2245465398" sldId="273"/>
            <ac:picMk id="2052" creationId="{90DAB93D-CE91-3A97-11D5-B52A938C11C0}"/>
          </ac:picMkLst>
        </pc:pic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675225382" name="Header Placeholder 1"/>
          <p:cNvSpPr>
            <a:spLocks noGrp="1"/>
          </p:cNvSpPr>
          <p:nvPr>
            <p:ph type="hdr" sz="quarter"/>
          </p:nvPr>
        </p:nvSpPr>
        <p:spPr bwMode="auto"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694717238" name="Date Placeholder 2"/>
          <p:cNvSpPr>
            <a:spLocks noGrp="1"/>
          </p:cNvSpPr>
          <p:nvPr>
            <p:ph type="dt" idx="1"/>
          </p:nvPr>
        </p:nvSpPr>
        <p:spPr bwMode="auto"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>
              <a:defRPr/>
            </a:pPr>
            <a:fld id="{2FE2AA8D-3A58-4112-9592-C0E70F082C9D}" type="datetimeFigureOut">
              <a:rPr lang="es-MX"/>
              <a:t>13/03/2026</a:t>
            </a:fld>
            <a:endParaRPr lang="es-MX"/>
          </a:p>
        </p:txBody>
      </p:sp>
      <p:sp>
        <p:nvSpPr>
          <p:cNvPr id="790133728" name="Slide Image Placeholder 3"/>
          <p:cNvSpPr>
            <a:spLocks noGrp="1" noRot="1" noChangeAspect="1"/>
          </p:cNvSpPr>
          <p:nvPr>
            <p:ph type="sldImg" idx="2"/>
          </p:nvPr>
        </p:nvSpPr>
        <p:spPr bwMode="auto"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>
              <a:defRPr/>
            </a:pPr>
            <a:endParaRPr lang="es-MX"/>
          </a:p>
        </p:txBody>
      </p:sp>
      <p:sp>
        <p:nvSpPr>
          <p:cNvPr id="891352425" name="Notes Placeholder 4"/>
          <p:cNvSpPr>
            <a:spLocks noGrp="1"/>
          </p:cNvSpPr>
          <p:nvPr>
            <p:ph type="body" sz="quarter" idx="3"/>
          </p:nvPr>
        </p:nvSpPr>
        <p:spPr bwMode="auto"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 lang="es-MX"/>
          </a:p>
        </p:txBody>
      </p:sp>
      <p:sp>
        <p:nvSpPr>
          <p:cNvPr id="1817353332" name="Footer Placeholder 5"/>
          <p:cNvSpPr>
            <a:spLocks noGrp="1"/>
          </p:cNvSpPr>
          <p:nvPr>
            <p:ph type="ftr" sz="quarter" idx="4"/>
          </p:nvPr>
        </p:nvSpPr>
        <p:spPr bwMode="auto"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2074796935" name="Slide Number Placeholder 6"/>
          <p:cNvSpPr>
            <a:spLocks noGrp="1"/>
          </p:cNvSpPr>
          <p:nvPr>
            <p:ph type="sldNum" sz="quarter" idx="5"/>
          </p:nvPr>
        </p:nvSpPr>
        <p:spPr bwMode="auto"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>
              <a:defRPr/>
            </a:pPr>
            <a:fld id="{39B7F6CA-F012-4763-A797-B36EED78F680}" type="slidenum">
              <a:rPr lang="es-MX"/>
              <a:t>‹#›</a:t>
            </a:fld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>
      <a:defRPr sz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243084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2825848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56677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12EE23D9-914C-5853-8D8E-4B89FD25FE92}" type="slidenum">
              <a:rPr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92375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3834815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710332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6E8D91-3CF7-8FB8-6B67-49171352E20A}" type="slidenum">
              <a:rPr/>
              <a:t>2</a:t>
            </a:fld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21688BF-A4D0-98AF-F792-755D53C833E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92375" name="Slide Image Placeholder 1">
            <a:extLst>
              <a:ext uri="{FF2B5EF4-FFF2-40B4-BE49-F238E27FC236}">
                <a16:creationId xmlns:a16="http://schemas.microsoft.com/office/drawing/2014/main" id="{AD1DCDF2-A9D4-4D9D-57A5-4E488D09736A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38348157" name="Notes Placeholder 2">
            <a:extLst>
              <a:ext uri="{FF2B5EF4-FFF2-40B4-BE49-F238E27FC236}">
                <a16:creationId xmlns:a16="http://schemas.microsoft.com/office/drawing/2014/main" id="{C245B987-A4D2-3F28-8802-09B5FF2C06C2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7103323" name="Slide Number Placeholder 3">
            <a:extLst>
              <a:ext uri="{FF2B5EF4-FFF2-40B4-BE49-F238E27FC236}">
                <a16:creationId xmlns:a16="http://schemas.microsoft.com/office/drawing/2014/main" id="{63BBF4A7-9F22-9A21-F4AC-2B90584FFB0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6E8D91-3CF7-8FB8-6B67-49171352E20A}" type="slidenum">
              <a:rPr/>
              <a:t>3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363785659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63899444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969079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145854947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94AB49B0-E2A6-16D2-43C2-E9CA00B6E1A1}" type="slidenum">
              <a:rPr/>
              <a:t>4</a:t>
            </a:fld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83452629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62932681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78866079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C2CA903-DF08-685C-6898-6952C38ACA19}" type="slidenum">
              <a:rPr/>
              <a:t>5</a:t>
            </a:fld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0945543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56030740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301908782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3ABFB4A4-FA6C-DA71-176A-3800ECE87D72}" type="slidenum">
              <a:rPr/>
              <a:t>6</a:t>
            </a:fld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173841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347751027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2029625801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0F1E8D30-2B6B-2218-8DA8-8DDDB4736730}" type="slidenum">
              <a:rPr/>
              <a:t>7</a:t>
            </a:fld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35970400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34305312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788620783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2AFD3B7D-21F8-0774-EF4D-4193B1B5649F}" type="slidenum">
              <a:rPr/>
              <a:t>8</a:t>
            </a:fld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43011836" name="Slide Image Placeholder 1"/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2020321513" name="Notes Placeholder 2"/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335901148" name="Slide Number Placeholder 3"/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BFF1A7E4-E968-7E10-96E2-293F12B28A59}" type="slidenum">
              <a:rPr/>
              <a:t>9</a:t>
            </a:fld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DFAC06-C8B9-D868-DBBB-38C836DAB04D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461592375" name="Slide Image Placeholder 1">
            <a:extLst>
              <a:ext uri="{FF2B5EF4-FFF2-40B4-BE49-F238E27FC236}">
                <a16:creationId xmlns:a16="http://schemas.microsoft.com/office/drawing/2014/main" id="{9C0BB692-6AFA-C892-920B-B7462E8CE1F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 bwMode="auto"/>
      </p:sp>
      <p:sp>
        <p:nvSpPr>
          <p:cNvPr id="1438348157" name="Notes Placeholder 2">
            <a:extLst>
              <a:ext uri="{FF2B5EF4-FFF2-40B4-BE49-F238E27FC236}">
                <a16:creationId xmlns:a16="http://schemas.microsoft.com/office/drawing/2014/main" id="{BA7057A7-1323-1E0E-A473-E52FF8FE000D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/>
        <p:txBody>
          <a:bodyPr/>
          <a:lstStyle/>
          <a:p>
            <a:pPr>
              <a:defRPr/>
            </a:pPr>
            <a:endParaRPr/>
          </a:p>
        </p:txBody>
      </p:sp>
      <p:sp>
        <p:nvSpPr>
          <p:cNvPr id="1637103323" name="Slide Number Placeholder 3">
            <a:extLst>
              <a:ext uri="{FF2B5EF4-FFF2-40B4-BE49-F238E27FC236}">
                <a16:creationId xmlns:a16="http://schemas.microsoft.com/office/drawing/2014/main" id="{34A33E2D-2CAC-BD55-D945-0E9122FB8746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 bwMode="auto"/>
        <p:txBody>
          <a:bodyPr/>
          <a:lstStyle/>
          <a:p>
            <a:pPr>
              <a:defRPr/>
            </a:pPr>
            <a:fld id="{F06E8D91-3CF7-8FB8-6B67-49171352E20A}" type="slidenum">
              <a:rPr/>
              <a:t>10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189745838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sv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6.png"/><Relationship Id="rId5" Type="http://schemas.openxmlformats.org/officeDocument/2006/relationships/image" Target="../media/image5.svg"/><Relationship Id="rId10" Type="http://schemas.openxmlformats.org/officeDocument/2006/relationships/image" Target="../media/image10.png"/><Relationship Id="rId4" Type="http://schemas.openxmlformats.org/officeDocument/2006/relationships/image" Target="../media/image4.png"/><Relationship Id="rId9" Type="http://schemas.openxmlformats.org/officeDocument/2006/relationships/image" Target="../media/image9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nformación Speaker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36767495" name="Title 7"/>
          <p:cNvSpPr>
            <a:spLocks noGrp="1"/>
          </p:cNvSpPr>
          <p:nvPr>
            <p:ph type="title" hasCustomPrompt="1"/>
          </p:nvPr>
        </p:nvSpPr>
        <p:spPr bwMode="auto">
          <a:xfrm>
            <a:off x="477308" y="1985416"/>
            <a:ext cx="9359346" cy="1865506"/>
          </a:xfrm>
        </p:spPr>
        <p:txBody>
          <a:bodyPr vertOverflow="overflow" horzOverflow="overflow" vert="horz" wrap="square" lIns="91440" tIns="146304" rIns="91440" bIns="146304" numCol="1" spcCol="0" rtlCol="0" fromWordArt="0" anchor="ctr" anchorCtr="0" forceAA="0" compatLnSpc="0">
            <a:normAutofit/>
          </a:bodyPr>
          <a:lstStyle>
            <a:lvl1pPr>
              <a:defRPr lang="es-MX" sz="7200" b="1" i="0">
                <a:latin typeface="Amazon Ember Display"/>
                <a:ea typeface="Amazon Ember Display"/>
                <a:cs typeface="Amazon Ember Display"/>
              </a:defRPr>
            </a:lvl1pPr>
            <a:lvl2pPr>
              <a:defRPr lang="es-MX" sz="4800" b="1">
                <a:latin typeface="Amazon Ember Display"/>
                <a:ea typeface="Amazon Ember Display"/>
                <a:cs typeface="Amazon Ember Display"/>
              </a:defRPr>
            </a:lvl2pPr>
            <a:lvl3pPr>
              <a:defRPr lang="es-MX" sz="4800" b="1">
                <a:latin typeface="Amazon Ember Display"/>
                <a:ea typeface="Amazon Ember Display"/>
                <a:cs typeface="Amazon Ember Display"/>
              </a:defRPr>
            </a:lvl3pPr>
            <a:lvl4pPr>
              <a:defRPr lang="es-MX" sz="4800" b="1">
                <a:latin typeface="Amazon Ember Display"/>
                <a:ea typeface="Amazon Ember Display"/>
                <a:cs typeface="Amazon Ember Display"/>
              </a:defRPr>
            </a:lvl4pPr>
            <a:lvl5pPr>
              <a:defRPr lang="es-MX" sz="4800" b="1">
                <a:latin typeface="Amazon Ember Display"/>
                <a:ea typeface="Amazon Ember Display"/>
                <a:cs typeface="Amazon Ember Display"/>
              </a:defRPr>
            </a:lvl5pPr>
            <a:lvl6pPr>
              <a:defRPr lang="es-MX" sz="4800" b="1">
                <a:latin typeface="Amazon Ember Display"/>
                <a:ea typeface="Amazon Ember Display"/>
                <a:cs typeface="Amazon Ember Display"/>
              </a:defRPr>
            </a:lvl6pPr>
            <a:lvl7pPr>
              <a:defRPr lang="es-MX" sz="4800" b="1">
                <a:latin typeface="Amazon Ember Display"/>
                <a:ea typeface="Amazon Ember Display"/>
                <a:cs typeface="Amazon Ember Display"/>
              </a:defRPr>
            </a:lvl7pPr>
            <a:lvl8pPr>
              <a:defRPr lang="es-MX" sz="4800" b="1">
                <a:latin typeface="Amazon Ember Display"/>
                <a:ea typeface="Amazon Ember Display"/>
                <a:cs typeface="Amazon Ember Display"/>
              </a:defRPr>
            </a:lvl8pPr>
            <a:lvl9pPr>
              <a:defRPr lang="es-MX" sz="4800" b="1">
                <a:latin typeface="Amazon Ember Display"/>
                <a:ea typeface="Amazon Ember Display"/>
                <a:cs typeface="Amazon Ember Display"/>
              </a:defRPr>
            </a:lvl9pPr>
          </a:lstStyle>
          <a:p>
            <a:pPr>
              <a:defRPr/>
            </a:pPr>
            <a:r>
              <a:rPr lang="en-US"/>
              <a:t>Nombre de la charla/taller</a:t>
            </a:r>
          </a:p>
        </p:txBody>
      </p:sp>
      <p:sp>
        <p:nvSpPr>
          <p:cNvPr id="1913054281" name="Text Placeholder 11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77308" y="4512636"/>
            <a:ext cx="4679672" cy="36933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000" b="0" cap="none" spc="0"/>
            </a:lvl1pPr>
          </a:lstStyle>
          <a:p>
            <a:pPr lvl="0">
              <a:defRPr/>
            </a:pPr>
            <a:r>
              <a:rPr lang="en-US"/>
              <a:t>Nombre/Username (pronombre)</a:t>
            </a:r>
          </a:p>
        </p:txBody>
      </p:sp>
      <p:sp>
        <p:nvSpPr>
          <p:cNvPr id="1847739831" name="Text Placeholder 1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77308" y="4950546"/>
            <a:ext cx="4679672" cy="53552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Puesto</a:t>
            </a:r>
            <a:br>
              <a:rPr lang="en-US"/>
            </a:br>
            <a:r>
              <a:rPr lang="en-US"/>
              <a:t>Compañía/Comunidad/Username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nformación Dos Speaker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216534292" name="Title 7"/>
          <p:cNvSpPr>
            <a:spLocks noGrp="1"/>
          </p:cNvSpPr>
          <p:nvPr>
            <p:ph type="title" hasCustomPrompt="1"/>
          </p:nvPr>
        </p:nvSpPr>
        <p:spPr bwMode="auto">
          <a:xfrm>
            <a:off x="477307" y="1985415"/>
            <a:ext cx="9359345" cy="1865506"/>
          </a:xfrm>
        </p:spPr>
        <p:txBody>
          <a:bodyPr vertOverflow="overflow" horzOverflow="overflow" vert="horz" wrap="square" lIns="91440" tIns="146304" rIns="91440" bIns="146304" numCol="1" spcCol="0" rtlCol="0" fromWordArt="0" anchor="ctr" anchorCtr="0" forceAA="0" compatLnSpc="0">
            <a:normAutofit/>
          </a:bodyPr>
          <a:lstStyle>
            <a:lvl1pPr>
              <a:defRPr lang="es-MX" sz="7200" b="1" i="0">
                <a:latin typeface="Amazon Ember Display"/>
                <a:ea typeface="Amazon Ember Display"/>
                <a:cs typeface="Amazon Ember Display"/>
              </a:defRPr>
            </a:lvl1pPr>
            <a:lvl2pPr>
              <a:defRPr lang="es-MX" sz="4800" b="1">
                <a:latin typeface="Amazon Ember Display"/>
                <a:ea typeface="Amazon Ember Display"/>
                <a:cs typeface="Amazon Ember Display"/>
              </a:defRPr>
            </a:lvl2pPr>
            <a:lvl3pPr>
              <a:defRPr lang="es-MX" sz="4800" b="1">
                <a:latin typeface="Amazon Ember Display"/>
                <a:ea typeface="Amazon Ember Display"/>
                <a:cs typeface="Amazon Ember Display"/>
              </a:defRPr>
            </a:lvl3pPr>
            <a:lvl4pPr>
              <a:defRPr lang="es-MX" sz="4800" b="1">
                <a:latin typeface="Amazon Ember Display"/>
                <a:ea typeface="Amazon Ember Display"/>
                <a:cs typeface="Amazon Ember Display"/>
              </a:defRPr>
            </a:lvl4pPr>
            <a:lvl5pPr>
              <a:defRPr lang="es-MX" sz="4800" b="1">
                <a:latin typeface="Amazon Ember Display"/>
                <a:ea typeface="Amazon Ember Display"/>
                <a:cs typeface="Amazon Ember Display"/>
              </a:defRPr>
            </a:lvl5pPr>
            <a:lvl6pPr>
              <a:defRPr lang="es-MX" sz="4800" b="1">
                <a:latin typeface="Amazon Ember Display"/>
                <a:ea typeface="Amazon Ember Display"/>
                <a:cs typeface="Amazon Ember Display"/>
              </a:defRPr>
            </a:lvl6pPr>
            <a:lvl7pPr>
              <a:defRPr lang="es-MX" sz="4800" b="1">
                <a:latin typeface="Amazon Ember Display"/>
                <a:ea typeface="Amazon Ember Display"/>
                <a:cs typeface="Amazon Ember Display"/>
              </a:defRPr>
            </a:lvl7pPr>
            <a:lvl8pPr>
              <a:defRPr lang="es-MX" sz="4800" b="1">
                <a:latin typeface="Amazon Ember Display"/>
                <a:ea typeface="Amazon Ember Display"/>
                <a:cs typeface="Amazon Ember Display"/>
              </a:defRPr>
            </a:lvl8pPr>
            <a:lvl9pPr>
              <a:defRPr lang="es-MX" sz="4800" b="1">
                <a:latin typeface="Amazon Ember Display"/>
                <a:ea typeface="Amazon Ember Display"/>
                <a:cs typeface="Amazon Ember Display"/>
              </a:defRPr>
            </a:lvl9pPr>
          </a:lstStyle>
          <a:p>
            <a:pPr>
              <a:defRPr/>
            </a:pPr>
            <a:r>
              <a:rPr lang="en-US"/>
              <a:t>Nombre de la charla/taller</a:t>
            </a:r>
          </a:p>
        </p:txBody>
      </p:sp>
      <p:sp>
        <p:nvSpPr>
          <p:cNvPr id="1431008545" name="Text Placeholder 11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77307" y="4512636"/>
            <a:ext cx="4679671" cy="36933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000" b="0" cap="none" spc="0"/>
            </a:lvl1pPr>
          </a:lstStyle>
          <a:p>
            <a:pPr lvl="0">
              <a:defRPr/>
            </a:pPr>
            <a:r>
              <a:rPr lang="en-US"/>
              <a:t>Nombre/Username (pronombre)</a:t>
            </a:r>
          </a:p>
        </p:txBody>
      </p:sp>
      <p:sp>
        <p:nvSpPr>
          <p:cNvPr id="883201173" name="Text Placeholder 1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477307" y="4950545"/>
            <a:ext cx="4679671" cy="53552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Puesto</a:t>
            </a:r>
            <a:br>
              <a:rPr lang="en-US"/>
            </a:br>
            <a:r>
              <a:rPr lang="en-US"/>
              <a:t>Compañía/Comunidad/Username</a:t>
            </a:r>
          </a:p>
        </p:txBody>
      </p:sp>
      <p:sp>
        <p:nvSpPr>
          <p:cNvPr id="1573370249" name="Text Placeholder 11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501065" y="4512636"/>
            <a:ext cx="4679671" cy="36933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000" b="0" cap="none" spc="0"/>
            </a:lvl1pPr>
          </a:lstStyle>
          <a:p>
            <a:pPr lvl="0">
              <a:defRPr/>
            </a:pPr>
            <a:r>
              <a:rPr lang="en-US"/>
              <a:t>Nombre/Username (pronombre)</a:t>
            </a:r>
          </a:p>
        </p:txBody>
      </p:sp>
      <p:sp>
        <p:nvSpPr>
          <p:cNvPr id="943590562" name="Text Placeholder 15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5501065" y="4950545"/>
            <a:ext cx="4679671" cy="53552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300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Puesto</a:t>
            </a:r>
            <a:br>
              <a:rPr lang="en-US"/>
            </a:br>
            <a:r>
              <a:rPr lang="en-US"/>
              <a:t>Compañía/Comunidad/Username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Solo Títul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5496750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65561" y="484906"/>
            <a:ext cx="11245034" cy="979560"/>
          </a:xfrm>
        </p:spPr>
        <p:txBody>
          <a:bodyPr anchor="b">
            <a:normAutofit/>
          </a:bodyPr>
          <a:lstStyle>
            <a:lvl1pPr algn="l">
              <a:defRPr sz="4600"/>
            </a:lvl1pPr>
          </a:lstStyle>
          <a:p>
            <a:pPr>
              <a:defRPr/>
            </a:pPr>
            <a:r>
              <a:rPr lang="es-MX"/>
              <a:t>Título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ítulo, Contenido">
    <p:bg>
      <p:bgPr>
        <a:blipFill rotWithShape="1">
          <a:blip r:embed="rId2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57158144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465561" y="1676462"/>
            <a:ext cx="11245033" cy="41803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>
              <a:buNone/>
              <a:defRPr sz="2400"/>
            </a:lvl1pPr>
          </a:lstStyle>
          <a:p>
            <a:pPr lvl="0">
              <a:defRPr/>
            </a:pPr>
            <a:r>
              <a:rPr lang="es-MX"/>
              <a:t>Contenido</a:t>
            </a:r>
          </a:p>
        </p:txBody>
      </p:sp>
      <p:sp>
        <p:nvSpPr>
          <p:cNvPr id="946077507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65561" y="484906"/>
            <a:ext cx="11245033" cy="979560"/>
          </a:xfrm>
        </p:spPr>
        <p:txBody>
          <a:bodyPr anchor="b">
            <a:normAutofit/>
          </a:bodyPr>
          <a:lstStyle>
            <a:lvl1pPr algn="l">
              <a:defRPr sz="4600"/>
            </a:lvl1pPr>
          </a:lstStyle>
          <a:p>
            <a:pPr>
              <a:defRPr/>
            </a:pPr>
            <a:r>
              <a:rPr lang="es-MX"/>
              <a:t>Título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Título, Subtítulo, Contenid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62249219" name="Text Placeholder 5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65561" y="1464466"/>
            <a:ext cx="11245033" cy="494959"/>
          </a:xfrm>
        </p:spPr>
        <p:txBody>
          <a:bodyPr>
            <a:normAutofit/>
          </a:bodyPr>
          <a:lstStyle>
            <a:lvl1pPr marL="0" indent="0">
              <a:buNone/>
              <a:defRPr sz="2400" i="0">
                <a:solidFill>
                  <a:schemeClr val="bg1"/>
                </a:solidFill>
              </a:defRPr>
            </a:lvl1pPr>
            <a:lvl2pPr>
              <a:defRPr>
                <a:solidFill>
                  <a:srgbClr val="002060"/>
                </a:solidFill>
              </a:defRPr>
            </a:lvl2pPr>
            <a:lvl3pPr>
              <a:defRPr>
                <a:solidFill>
                  <a:srgbClr val="002060"/>
                </a:solidFill>
              </a:defRPr>
            </a:lvl3pPr>
            <a:lvl4pPr>
              <a:defRPr>
                <a:solidFill>
                  <a:srgbClr val="002060"/>
                </a:solidFill>
              </a:defRPr>
            </a:lvl4pPr>
            <a:lvl5pPr>
              <a:defRPr>
                <a:solidFill>
                  <a:srgbClr val="002060"/>
                </a:solidFill>
              </a:defRPr>
            </a:lvl5pPr>
            <a:lvl6pPr>
              <a:defRPr>
                <a:solidFill>
                  <a:srgbClr val="002060"/>
                </a:solidFill>
              </a:defRPr>
            </a:lvl6pPr>
            <a:lvl7pPr>
              <a:defRPr>
                <a:solidFill>
                  <a:srgbClr val="002060"/>
                </a:solidFill>
              </a:defRPr>
            </a:lvl7pPr>
            <a:lvl8pPr>
              <a:defRPr>
                <a:solidFill>
                  <a:srgbClr val="002060"/>
                </a:solidFill>
              </a:defRPr>
            </a:lvl8pPr>
            <a:lvl9pPr>
              <a:defRPr>
                <a:solidFill>
                  <a:srgbClr val="002060"/>
                </a:solidFill>
              </a:defRPr>
            </a:lvl9pPr>
          </a:lstStyle>
          <a:p>
            <a:pPr lvl="0">
              <a:defRPr/>
            </a:pPr>
            <a:r>
              <a:rPr lang="es-MX"/>
              <a:t>Subtítulo</a:t>
            </a:r>
          </a:p>
        </p:txBody>
      </p:sp>
      <p:sp>
        <p:nvSpPr>
          <p:cNvPr id="1169527799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465561" y="2449284"/>
            <a:ext cx="11245033" cy="3407553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>
              <a:buNone/>
              <a:defRPr sz="2400"/>
            </a:lvl1pPr>
          </a:lstStyle>
          <a:p>
            <a:pPr lvl="0">
              <a:defRPr/>
            </a:pPr>
            <a:r>
              <a:rPr lang="es-MX"/>
              <a:t>Contenido</a:t>
            </a:r>
          </a:p>
        </p:txBody>
      </p:sp>
      <p:sp>
        <p:nvSpPr>
          <p:cNvPr id="34321081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65561" y="484906"/>
            <a:ext cx="11245033" cy="979560"/>
          </a:xfrm>
        </p:spPr>
        <p:txBody>
          <a:bodyPr anchor="b">
            <a:normAutofit/>
          </a:bodyPr>
          <a:lstStyle>
            <a:lvl1pPr algn="l">
              <a:defRPr sz="4600"/>
            </a:lvl1pPr>
          </a:lstStyle>
          <a:p>
            <a:pPr>
              <a:defRPr/>
            </a:pPr>
            <a:r>
              <a:rPr lang="es-MX"/>
              <a:t>Título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omparativ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50630710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465561" y="1676461"/>
            <a:ext cx="5622516" cy="41803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>
              <a:buNone/>
              <a:defRPr sz="2400"/>
            </a:lvl1pPr>
          </a:lstStyle>
          <a:p>
            <a:pPr lvl="0">
              <a:defRPr/>
            </a:pPr>
            <a:r>
              <a:rPr lang="es-MX"/>
              <a:t>Contenido</a:t>
            </a:r>
          </a:p>
        </p:txBody>
      </p:sp>
      <p:sp>
        <p:nvSpPr>
          <p:cNvPr id="180655946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65561" y="484906"/>
            <a:ext cx="11245033" cy="979560"/>
          </a:xfrm>
        </p:spPr>
        <p:txBody>
          <a:bodyPr anchor="b">
            <a:normAutofit/>
          </a:bodyPr>
          <a:lstStyle>
            <a:lvl1pPr algn="l">
              <a:defRPr sz="4600"/>
            </a:lvl1pPr>
          </a:lstStyle>
          <a:p>
            <a:pPr>
              <a:defRPr/>
            </a:pPr>
            <a:r>
              <a:rPr lang="es-MX"/>
              <a:t>Título</a:t>
            </a:r>
          </a:p>
        </p:txBody>
      </p:sp>
      <p:sp>
        <p:nvSpPr>
          <p:cNvPr id="1595825216" name="Content Placeholder 2"/>
          <p:cNvSpPr>
            <a:spLocks noGrp="1"/>
          </p:cNvSpPr>
          <p:nvPr>
            <p:ph idx="11" hasCustomPrompt="1"/>
          </p:nvPr>
        </p:nvSpPr>
        <p:spPr bwMode="auto">
          <a:xfrm>
            <a:off x="6095998" y="1676461"/>
            <a:ext cx="5622516" cy="41803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>
              <a:buNone/>
              <a:defRPr sz="2400"/>
            </a:lvl1pPr>
          </a:lstStyle>
          <a:p>
            <a:pPr lvl="0">
              <a:defRPr/>
            </a:pPr>
            <a:r>
              <a:rPr lang="es-MX"/>
              <a:t>Contenido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ódig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328245414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65561" y="484906"/>
            <a:ext cx="11245033" cy="979560"/>
          </a:xfrm>
        </p:spPr>
        <p:txBody>
          <a:bodyPr anchor="b">
            <a:normAutofit/>
          </a:bodyPr>
          <a:lstStyle>
            <a:lvl1pPr algn="l">
              <a:defRPr sz="4600"/>
            </a:lvl1pPr>
          </a:lstStyle>
          <a:p>
            <a:pPr>
              <a:defRPr/>
            </a:pPr>
            <a:r>
              <a:rPr lang="es-MX"/>
              <a:t>Título</a:t>
            </a:r>
          </a:p>
        </p:txBody>
      </p:sp>
      <p:sp>
        <p:nvSpPr>
          <p:cNvPr id="2063659825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465561" y="1676462"/>
            <a:ext cx="11245033" cy="4180375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>
              <a:buNone/>
              <a:defRPr lang="es-MX" sz="2400">
                <a:latin typeface="JetBrains Mono"/>
                <a:ea typeface="JetBrains Mono"/>
                <a:cs typeface="JetBrains Mono"/>
              </a:defRPr>
            </a:lvl1pPr>
            <a:lvl2pPr>
              <a:defRPr>
                <a:latin typeface="JetBrains Mono"/>
                <a:ea typeface="JetBrains Mono"/>
                <a:cs typeface="JetBrains Mono"/>
              </a:defRPr>
            </a:lvl2pPr>
            <a:lvl3pPr>
              <a:defRPr>
                <a:latin typeface="JetBrains Mono"/>
                <a:ea typeface="JetBrains Mono"/>
                <a:cs typeface="JetBrains Mono"/>
              </a:defRPr>
            </a:lvl3pPr>
            <a:lvl4pPr>
              <a:defRPr>
                <a:latin typeface="JetBrains Mono"/>
                <a:ea typeface="JetBrains Mono"/>
                <a:cs typeface="JetBrains Mono"/>
              </a:defRPr>
            </a:lvl4pPr>
            <a:lvl5pPr>
              <a:defRPr>
                <a:latin typeface="JetBrains Mono"/>
                <a:ea typeface="JetBrains Mono"/>
                <a:cs typeface="JetBrains Mono"/>
              </a:defRPr>
            </a:lvl5pPr>
            <a:lvl6pPr>
              <a:defRPr>
                <a:latin typeface="JetBrains Mono"/>
                <a:ea typeface="JetBrains Mono"/>
                <a:cs typeface="JetBrains Mono"/>
              </a:defRPr>
            </a:lvl6pPr>
            <a:lvl7pPr>
              <a:defRPr>
                <a:latin typeface="JetBrains Mono"/>
                <a:ea typeface="JetBrains Mono"/>
                <a:cs typeface="JetBrains Mono"/>
              </a:defRPr>
            </a:lvl7pPr>
            <a:lvl8pPr>
              <a:defRPr>
                <a:latin typeface="JetBrains Mono"/>
                <a:ea typeface="JetBrains Mono"/>
                <a:cs typeface="JetBrains Mono"/>
              </a:defRPr>
            </a:lvl8pPr>
            <a:lvl9pPr>
              <a:defRPr>
                <a:latin typeface="JetBrains Mono"/>
                <a:ea typeface="JetBrains Mono"/>
                <a:cs typeface="JetBrains Mono"/>
              </a:defRPr>
            </a:lvl9pPr>
          </a:lstStyle>
          <a:p>
            <a:pPr lvl="0">
              <a:defRPr/>
            </a:pPr>
            <a:r>
              <a:rPr lang="en-US"/>
              <a:t>Bloque de Código</a:t>
            </a: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ódigo Dos Columna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373263308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465561" y="1676461"/>
            <a:ext cx="5622516" cy="41803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>
              <a:buNone/>
              <a:defRPr sz="2400">
                <a:latin typeface="JetBrains Mono"/>
                <a:ea typeface="JetBrains Mono"/>
                <a:cs typeface="JetBrains Mono"/>
              </a:defRPr>
            </a:lvl1pPr>
            <a:lvl2pPr>
              <a:defRPr>
                <a:latin typeface="JetBrains Mono"/>
                <a:ea typeface="JetBrains Mono"/>
                <a:cs typeface="JetBrains Mono"/>
              </a:defRPr>
            </a:lvl2pPr>
            <a:lvl3pPr>
              <a:defRPr>
                <a:latin typeface="JetBrains Mono"/>
                <a:ea typeface="JetBrains Mono"/>
                <a:cs typeface="JetBrains Mono"/>
              </a:defRPr>
            </a:lvl3pPr>
            <a:lvl4pPr>
              <a:defRPr>
                <a:latin typeface="JetBrains Mono"/>
                <a:ea typeface="JetBrains Mono"/>
                <a:cs typeface="JetBrains Mono"/>
              </a:defRPr>
            </a:lvl4pPr>
            <a:lvl5pPr>
              <a:defRPr>
                <a:latin typeface="JetBrains Mono"/>
                <a:ea typeface="JetBrains Mono"/>
                <a:cs typeface="JetBrains Mono"/>
              </a:defRPr>
            </a:lvl5pPr>
            <a:lvl6pPr>
              <a:defRPr>
                <a:latin typeface="JetBrains Mono"/>
                <a:ea typeface="JetBrains Mono"/>
                <a:cs typeface="JetBrains Mono"/>
              </a:defRPr>
            </a:lvl6pPr>
            <a:lvl7pPr>
              <a:defRPr>
                <a:latin typeface="JetBrains Mono"/>
                <a:ea typeface="JetBrains Mono"/>
                <a:cs typeface="JetBrains Mono"/>
              </a:defRPr>
            </a:lvl7pPr>
            <a:lvl8pPr>
              <a:defRPr>
                <a:latin typeface="JetBrains Mono"/>
                <a:ea typeface="JetBrains Mono"/>
                <a:cs typeface="JetBrains Mono"/>
              </a:defRPr>
            </a:lvl8pPr>
            <a:lvl9pPr>
              <a:defRPr>
                <a:latin typeface="JetBrains Mono"/>
                <a:ea typeface="JetBrains Mono"/>
                <a:cs typeface="JetBrains Mono"/>
              </a:defRPr>
            </a:lvl9pPr>
          </a:lstStyle>
          <a:p>
            <a:pPr lvl="0">
              <a:defRPr/>
            </a:pPr>
            <a:r>
              <a:rPr lang="en-US"/>
              <a:t>Bloque de Código</a:t>
            </a:r>
          </a:p>
        </p:txBody>
      </p:sp>
      <p:sp>
        <p:nvSpPr>
          <p:cNvPr id="2087738222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65561" y="484906"/>
            <a:ext cx="11245033" cy="979560"/>
          </a:xfrm>
        </p:spPr>
        <p:txBody>
          <a:bodyPr anchor="b">
            <a:normAutofit/>
          </a:bodyPr>
          <a:lstStyle>
            <a:lvl1pPr algn="l">
              <a:defRPr sz="4600"/>
            </a:lvl1pPr>
          </a:lstStyle>
          <a:p>
            <a:pPr>
              <a:defRPr/>
            </a:pPr>
            <a:r>
              <a:rPr lang="es-MX"/>
              <a:t>Título</a:t>
            </a:r>
          </a:p>
        </p:txBody>
      </p:sp>
      <p:sp>
        <p:nvSpPr>
          <p:cNvPr id="1743282589" name="Content Placeholder 2"/>
          <p:cNvSpPr>
            <a:spLocks noGrp="1"/>
          </p:cNvSpPr>
          <p:nvPr>
            <p:ph idx="11" hasCustomPrompt="1"/>
          </p:nvPr>
        </p:nvSpPr>
        <p:spPr bwMode="auto">
          <a:xfrm>
            <a:off x="6095998" y="1676461"/>
            <a:ext cx="5622516" cy="41803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>
              <a:buNone/>
              <a:defRPr sz="2400">
                <a:latin typeface="JetBrains Mono"/>
                <a:ea typeface="JetBrains Mono"/>
                <a:cs typeface="JetBrains Mono"/>
              </a:defRPr>
            </a:lvl1pPr>
            <a:lvl2pPr>
              <a:defRPr>
                <a:latin typeface="JetBrains Mono"/>
                <a:ea typeface="JetBrains Mono"/>
                <a:cs typeface="JetBrains Mono"/>
              </a:defRPr>
            </a:lvl2pPr>
            <a:lvl3pPr>
              <a:defRPr>
                <a:latin typeface="JetBrains Mono"/>
                <a:ea typeface="JetBrains Mono"/>
                <a:cs typeface="JetBrains Mono"/>
              </a:defRPr>
            </a:lvl3pPr>
            <a:lvl4pPr>
              <a:defRPr>
                <a:latin typeface="JetBrains Mono"/>
                <a:ea typeface="JetBrains Mono"/>
                <a:cs typeface="JetBrains Mono"/>
              </a:defRPr>
            </a:lvl4pPr>
            <a:lvl5pPr>
              <a:defRPr>
                <a:latin typeface="JetBrains Mono"/>
                <a:ea typeface="JetBrains Mono"/>
                <a:cs typeface="JetBrains Mono"/>
              </a:defRPr>
            </a:lvl5pPr>
            <a:lvl6pPr>
              <a:defRPr>
                <a:latin typeface="JetBrains Mono"/>
                <a:ea typeface="JetBrains Mono"/>
                <a:cs typeface="JetBrains Mono"/>
              </a:defRPr>
            </a:lvl6pPr>
            <a:lvl7pPr>
              <a:defRPr>
                <a:latin typeface="JetBrains Mono"/>
                <a:ea typeface="JetBrains Mono"/>
                <a:cs typeface="JetBrains Mono"/>
              </a:defRPr>
            </a:lvl7pPr>
            <a:lvl8pPr>
              <a:defRPr>
                <a:latin typeface="JetBrains Mono"/>
                <a:ea typeface="JetBrains Mono"/>
                <a:cs typeface="JetBrains Mono"/>
              </a:defRPr>
            </a:lvl8pPr>
            <a:lvl9pPr>
              <a:defRPr>
                <a:latin typeface="JetBrains Mono"/>
                <a:ea typeface="JetBrains Mono"/>
                <a:cs typeface="JetBrains Mono"/>
              </a:defRPr>
            </a:lvl9pPr>
          </a:lstStyle>
          <a:p>
            <a:pPr lvl="0"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JetBrains Mono"/>
                <a:ea typeface="JetBrains Mono"/>
                <a:cs typeface="JetBrains Mono"/>
              </a:rPr>
              <a:t>Bloque de Código</a:t>
            </a: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deas Cortas, Imáge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014658270" name="Picture Placeholder 2"/>
          <p:cNvSpPr>
            <a:spLocks noGrp="1"/>
          </p:cNvSpPr>
          <p:nvPr>
            <p:ph type="pic" sz="quarter" idx="10"/>
          </p:nvPr>
        </p:nvSpPr>
        <p:spPr bwMode="auto">
          <a:xfrm>
            <a:off x="6564312" y="0"/>
            <a:ext cx="5627687" cy="6857998"/>
          </a:xfrm>
        </p:spPr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2104825141" name="Text Placeholder 4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465560" y="1967413"/>
            <a:ext cx="2351142" cy="969961"/>
          </a:xfrm>
        </p:spPr>
        <p:txBody>
          <a:bodyPr>
            <a:normAutofit/>
          </a:bodyPr>
          <a:lstStyle>
            <a:lvl1pPr marL="0" indent="0" algn="l">
              <a:buFont typeface="Arial" panose="020B0604020202020204"/>
              <a:buNone/>
              <a:defRPr sz="1800"/>
            </a:lvl1pPr>
          </a:lstStyle>
          <a:p>
            <a:pPr marL="283845" lvl="0" indent="-283845">
              <a:buFont typeface="Arial" panose="020B0604020202020204"/>
              <a:buChar char="–"/>
              <a:defRPr/>
            </a:pPr>
            <a:r>
              <a:rPr lang="en-US"/>
              <a:t>I</a:t>
            </a:r>
            <a:r>
              <a:rPr lang="es-MX"/>
              <a:t>dea Corta</a:t>
            </a:r>
          </a:p>
        </p:txBody>
      </p:sp>
      <p:sp>
        <p:nvSpPr>
          <p:cNvPr id="1343843488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65560" y="484906"/>
            <a:ext cx="6098751" cy="979560"/>
          </a:xfrm>
        </p:spPr>
        <p:txBody>
          <a:bodyPr anchor="b">
            <a:normAutofit/>
          </a:bodyPr>
          <a:lstStyle>
            <a:lvl1pPr algn="l">
              <a:defRPr sz="4600"/>
            </a:lvl1pPr>
          </a:lstStyle>
          <a:p>
            <a:pPr>
              <a:defRPr/>
            </a:pPr>
            <a:r>
              <a:rPr lang="es-MX"/>
              <a:t>Título</a:t>
            </a:r>
          </a:p>
        </p:txBody>
      </p:sp>
      <p:sp>
        <p:nvSpPr>
          <p:cNvPr id="1692423310" name="Text Placeholder 4"/>
          <p:cNvSpPr>
            <a:spLocks noGrp="1"/>
          </p:cNvSpPr>
          <p:nvPr>
            <p:ph type="body" sz="quarter" idx="21" hasCustomPrompt="1"/>
          </p:nvPr>
        </p:nvSpPr>
        <p:spPr bwMode="auto">
          <a:xfrm>
            <a:off x="3289669" y="1967413"/>
            <a:ext cx="2351142" cy="969961"/>
          </a:xfrm>
        </p:spPr>
        <p:txBody>
          <a:bodyPr>
            <a:normAutofit/>
          </a:bodyPr>
          <a:lstStyle>
            <a:lvl1pPr marL="0" indent="0" algn="l">
              <a:buFont typeface="Arial" panose="020B0604020202020204"/>
              <a:buNone/>
              <a:defRPr sz="1800"/>
            </a:lvl1pPr>
          </a:lstStyle>
          <a:p>
            <a:pPr marL="283845" lvl="0" indent="-283845">
              <a:buFont typeface="Arial" panose="020B0604020202020204"/>
              <a:buChar char="–"/>
              <a:defRPr/>
            </a:pPr>
            <a:r>
              <a:rPr lang="en-US"/>
              <a:t>I</a:t>
            </a:r>
            <a:r>
              <a:rPr lang="es-MX"/>
              <a:t>dea Corta</a:t>
            </a:r>
          </a:p>
        </p:txBody>
      </p:sp>
      <p:sp>
        <p:nvSpPr>
          <p:cNvPr id="2136026537" name="Text Placeholder 4"/>
          <p:cNvSpPr>
            <a:spLocks noGrp="1"/>
          </p:cNvSpPr>
          <p:nvPr>
            <p:ph type="body" sz="quarter" idx="31" hasCustomPrompt="1"/>
          </p:nvPr>
        </p:nvSpPr>
        <p:spPr bwMode="auto">
          <a:xfrm>
            <a:off x="465560" y="3429000"/>
            <a:ext cx="2351142" cy="969961"/>
          </a:xfrm>
        </p:spPr>
        <p:txBody>
          <a:bodyPr>
            <a:normAutofit/>
          </a:bodyPr>
          <a:lstStyle>
            <a:lvl1pPr marL="0" indent="0" algn="l">
              <a:buFont typeface="Arial" panose="020B0604020202020204"/>
              <a:buNone/>
              <a:defRPr sz="1800"/>
            </a:lvl1pPr>
          </a:lstStyle>
          <a:p>
            <a:pPr marL="283845" lvl="0" indent="-283845">
              <a:buFont typeface="Arial" panose="020B0604020202020204"/>
              <a:buChar char="–"/>
              <a:defRPr/>
            </a:pPr>
            <a:r>
              <a:rPr lang="en-US"/>
              <a:t>I</a:t>
            </a:r>
            <a:r>
              <a:rPr lang="es-MX"/>
              <a:t>dea Corta</a:t>
            </a:r>
          </a:p>
        </p:txBody>
      </p:sp>
      <p:sp>
        <p:nvSpPr>
          <p:cNvPr id="1228080862" name="Text Placeholder 4"/>
          <p:cNvSpPr>
            <a:spLocks noGrp="1"/>
          </p:cNvSpPr>
          <p:nvPr>
            <p:ph type="body" sz="quarter" idx="41" hasCustomPrompt="1"/>
          </p:nvPr>
        </p:nvSpPr>
        <p:spPr bwMode="auto">
          <a:xfrm>
            <a:off x="3289670" y="3429000"/>
            <a:ext cx="2351142" cy="969961"/>
          </a:xfrm>
        </p:spPr>
        <p:txBody>
          <a:bodyPr>
            <a:normAutofit/>
          </a:bodyPr>
          <a:lstStyle>
            <a:lvl1pPr marL="0" indent="0" algn="l">
              <a:buFont typeface="Arial" panose="020B0604020202020204"/>
              <a:buNone/>
              <a:defRPr sz="1800"/>
            </a:lvl1pPr>
          </a:lstStyle>
          <a:p>
            <a:pPr marL="283845" lvl="0" indent="-283845">
              <a:buFont typeface="Arial" panose="020B0604020202020204"/>
              <a:buChar char="–"/>
              <a:defRPr/>
            </a:pPr>
            <a:r>
              <a:rPr lang="en-US"/>
              <a:t>I</a:t>
            </a:r>
            <a:r>
              <a:rPr lang="es-MX"/>
              <a:t>dea Corta</a:t>
            </a:r>
          </a:p>
        </p:txBody>
      </p:sp>
      <p:sp>
        <p:nvSpPr>
          <p:cNvPr id="592286452" name="Text Placeholder 4"/>
          <p:cNvSpPr>
            <a:spLocks noGrp="1"/>
          </p:cNvSpPr>
          <p:nvPr>
            <p:ph type="body" sz="quarter" idx="51" hasCustomPrompt="1"/>
          </p:nvPr>
        </p:nvSpPr>
        <p:spPr bwMode="auto">
          <a:xfrm>
            <a:off x="465560" y="4914510"/>
            <a:ext cx="2351142" cy="969961"/>
          </a:xfrm>
        </p:spPr>
        <p:txBody>
          <a:bodyPr>
            <a:normAutofit/>
          </a:bodyPr>
          <a:lstStyle>
            <a:lvl1pPr marL="0" indent="0" algn="l">
              <a:buFont typeface="Arial" panose="020B0604020202020204"/>
              <a:buNone/>
              <a:defRPr sz="1800"/>
            </a:lvl1pPr>
          </a:lstStyle>
          <a:p>
            <a:pPr marL="283845" lvl="0" indent="-283845">
              <a:buFont typeface="Arial" panose="020B0604020202020204"/>
              <a:buChar char="–"/>
              <a:defRPr/>
            </a:pPr>
            <a:r>
              <a:rPr lang="en-US"/>
              <a:t>I</a:t>
            </a:r>
            <a:r>
              <a:rPr lang="es-MX"/>
              <a:t>dea Corta</a:t>
            </a:r>
          </a:p>
        </p:txBody>
      </p:sp>
      <p:sp>
        <p:nvSpPr>
          <p:cNvPr id="1395142504" name="Text Placeholder 4"/>
          <p:cNvSpPr>
            <a:spLocks noGrp="1"/>
          </p:cNvSpPr>
          <p:nvPr>
            <p:ph type="body" sz="quarter" idx="61" hasCustomPrompt="1"/>
          </p:nvPr>
        </p:nvSpPr>
        <p:spPr bwMode="auto">
          <a:xfrm>
            <a:off x="3289670" y="4914510"/>
            <a:ext cx="2351142" cy="969961"/>
          </a:xfrm>
        </p:spPr>
        <p:txBody>
          <a:bodyPr>
            <a:normAutofit/>
          </a:bodyPr>
          <a:lstStyle>
            <a:lvl1pPr marL="0" indent="0" algn="l">
              <a:buFont typeface="Arial" panose="020B0604020202020204"/>
              <a:buNone/>
              <a:defRPr sz="1800"/>
            </a:lvl1pPr>
          </a:lstStyle>
          <a:p>
            <a:pPr marL="283845" lvl="0" indent="-283845">
              <a:buFont typeface="Arial" panose="020B0604020202020204"/>
              <a:buChar char="–"/>
              <a:defRPr/>
            </a:pPr>
            <a:r>
              <a:rPr lang="en-US"/>
              <a:t>I</a:t>
            </a:r>
            <a:r>
              <a:rPr lang="es-MX"/>
              <a:t>dea Corta</a:t>
            </a: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Imagen con Descripción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435738397" name="Picture Placeholder 2"/>
          <p:cNvSpPr>
            <a:spLocks noGrp="1"/>
          </p:cNvSpPr>
          <p:nvPr>
            <p:ph type="pic" idx="1" hasCustomPrompt="1"/>
          </p:nvPr>
        </p:nvSpPr>
        <p:spPr bwMode="auto">
          <a:xfrm>
            <a:off x="6564310" y="484905"/>
            <a:ext cx="5166438" cy="5371930"/>
          </a:xfrm>
        </p:spPr>
        <p:txBody>
          <a:bodyPr anchor="ctr">
            <a:no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>
              <a:defRPr/>
            </a:pPr>
            <a:r>
              <a:rPr lang="es-MX"/>
              <a:t>Haz clic en el ícono</a:t>
            </a:r>
            <a:br>
              <a:rPr lang="es-MX"/>
            </a:br>
            <a:r>
              <a:rPr lang="es-MX"/>
              <a:t>para agregar imagen</a:t>
            </a:r>
            <a:br>
              <a:rPr lang="es-MX"/>
            </a:br>
            <a:br>
              <a:rPr lang="es-MX"/>
            </a:br>
            <a:br>
              <a:rPr lang="es-MX"/>
            </a:br>
            <a:br>
              <a:rPr lang="es-MX"/>
            </a:br>
            <a:endParaRPr lang="es-MX"/>
          </a:p>
        </p:txBody>
      </p:sp>
      <p:sp>
        <p:nvSpPr>
          <p:cNvPr id="1774640323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65559" y="484905"/>
            <a:ext cx="6098751" cy="979560"/>
          </a:xfrm>
        </p:spPr>
        <p:txBody>
          <a:bodyPr anchor="b">
            <a:normAutofit/>
          </a:bodyPr>
          <a:lstStyle>
            <a:lvl1pPr algn="l">
              <a:defRPr sz="4600"/>
            </a:lvl1pPr>
          </a:lstStyle>
          <a:p>
            <a:pPr>
              <a:defRPr/>
            </a:pPr>
            <a:r>
              <a:rPr lang="es-MX"/>
              <a:t>Título</a:t>
            </a:r>
          </a:p>
        </p:txBody>
      </p:sp>
      <p:sp>
        <p:nvSpPr>
          <p:cNvPr id="1313433204" name="Content Placeholder 2"/>
          <p:cNvSpPr>
            <a:spLocks noGrp="1"/>
          </p:cNvSpPr>
          <p:nvPr>
            <p:ph idx="11" hasCustomPrompt="1"/>
          </p:nvPr>
        </p:nvSpPr>
        <p:spPr bwMode="auto">
          <a:xfrm>
            <a:off x="465560" y="1676461"/>
            <a:ext cx="6098749" cy="41803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>
              <a:buNone/>
              <a:defRPr sz="2400"/>
            </a:lvl1pPr>
          </a:lstStyle>
          <a:p>
            <a:pPr lvl="0">
              <a:defRPr/>
            </a:pPr>
            <a:r>
              <a:rPr lang="es-MX"/>
              <a:t>Contenido</a:t>
            </a: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Cita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294676757" name="Title 4"/>
          <p:cNvSpPr txBox="1"/>
          <p:nvPr userDrawn="1"/>
        </p:nvSpPr>
        <p:spPr bwMode="auto">
          <a:xfrm>
            <a:off x="1540464" y="2195266"/>
            <a:ext cx="6346370" cy="2054466"/>
          </a:xfrm>
          <a:prstGeom prst="rect">
            <a:avLst/>
          </a:prstGeom>
        </p:spPr>
        <p:txBody>
          <a:bodyPr/>
          <a:lstStyle>
            <a:lvl1pPr algn="l" defTabSz="914400" rtl="0">
              <a:lnSpc>
                <a:spcPct val="90000"/>
              </a:lnSpc>
              <a:spcBef>
                <a:spcPts val="0"/>
              </a:spcBef>
              <a:buNone/>
              <a:defRPr sz="44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>
              <a:defRPr/>
            </a:pPr>
            <a:endParaRPr lang="es-MX"/>
          </a:p>
        </p:txBody>
      </p:sp>
      <p:sp>
        <p:nvSpPr>
          <p:cNvPr id="800655764" name="Text Placeholder 7"/>
          <p:cNvSpPr txBox="1"/>
          <p:nvPr userDrawn="1"/>
        </p:nvSpPr>
        <p:spPr bwMode="auto">
          <a:xfrm>
            <a:off x="1423985" y="4583506"/>
            <a:ext cx="8191499" cy="424731"/>
          </a:xfrm>
          <a:prstGeom prst="rect">
            <a:avLst/>
          </a:prstGeom>
        </p:spPr>
        <p:txBody>
          <a:bodyPr/>
          <a:lstStyle>
            <a:lvl1pPr marL="228600" indent="-228600" algn="l" defTabSz="914400" rtl="0">
              <a:lnSpc>
                <a:spcPct val="90000"/>
              </a:lnSpc>
              <a:spcBef>
                <a:spcPts val="1000"/>
              </a:spcBef>
              <a:buFont typeface="Arial" panose="020B0604020202020204"/>
              <a:buChar char="•"/>
              <a:defRPr sz="2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>
              <a:buNone/>
              <a:defRPr/>
            </a:pPr>
            <a:endParaRPr lang="es-MX"/>
          </a:p>
        </p:txBody>
      </p:sp>
      <p:sp>
        <p:nvSpPr>
          <p:cNvPr id="1638797514" name="Text Placeholder 9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423985" y="1476374"/>
            <a:ext cx="9803299" cy="2945946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3600"/>
            </a:lvl1pPr>
          </a:lstStyle>
          <a:p>
            <a:pPr lvl="0">
              <a:defRPr/>
            </a:pPr>
            <a:r>
              <a:rPr lang="es-MX"/>
              <a:t>Escribe la cita aquí. No uses comillas, deja que el fondo lo haga todo. </a:t>
            </a:r>
          </a:p>
        </p:txBody>
      </p:sp>
      <p:sp>
        <p:nvSpPr>
          <p:cNvPr id="1332481000" name="Text Placeholder 11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423985" y="4755242"/>
            <a:ext cx="6462484" cy="425449"/>
          </a:xfrm>
        </p:spPr>
        <p:txBody>
          <a:bodyPr>
            <a:noAutofit/>
          </a:bodyPr>
          <a:lstStyle>
            <a:lvl1pPr marL="0" indent="0">
              <a:buNone/>
              <a:defRPr sz="2200">
                <a:latin typeface="Amazon Ember Display"/>
                <a:ea typeface="Amazon Ember Display"/>
                <a:cs typeface="Amazon Ember Display"/>
              </a:defRPr>
            </a:lvl1pPr>
            <a:lvl2pPr>
              <a:defRPr sz="2200">
                <a:latin typeface="Amazon Ember Display"/>
                <a:ea typeface="Amazon Ember Display"/>
                <a:cs typeface="Amazon Ember Display"/>
              </a:defRPr>
            </a:lvl2pPr>
            <a:lvl3pPr>
              <a:defRPr sz="1800">
                <a:latin typeface="Amazon Ember Display"/>
                <a:ea typeface="Amazon Ember Display"/>
                <a:cs typeface="Amazon Ember Display"/>
              </a:defRPr>
            </a:lvl3pPr>
            <a:lvl4pPr>
              <a:defRPr sz="1600">
                <a:latin typeface="Amazon Ember Display"/>
                <a:ea typeface="Amazon Ember Display"/>
                <a:cs typeface="Amazon Ember Display"/>
              </a:defRPr>
            </a:lvl4pPr>
            <a:lvl5pPr>
              <a:defRPr sz="1600">
                <a:latin typeface="Amazon Ember Display"/>
                <a:ea typeface="Amazon Ember Display"/>
                <a:cs typeface="Amazon Ember Display"/>
              </a:defRPr>
            </a:lvl5pPr>
            <a:lvl6pPr>
              <a:defRPr sz="1600">
                <a:latin typeface="Amazon Ember Display"/>
                <a:ea typeface="Amazon Ember Display"/>
                <a:cs typeface="Amazon Ember Display"/>
              </a:defRPr>
            </a:lvl6pPr>
            <a:lvl7pPr>
              <a:defRPr sz="1600">
                <a:latin typeface="Amazon Ember Display"/>
                <a:ea typeface="Amazon Ember Display"/>
                <a:cs typeface="Amazon Ember Display"/>
              </a:defRPr>
            </a:lvl7pPr>
            <a:lvl8pPr>
              <a:defRPr sz="1600">
                <a:latin typeface="Amazon Ember Display"/>
                <a:ea typeface="Amazon Ember Display"/>
                <a:cs typeface="Amazon Ember Display"/>
              </a:defRPr>
            </a:lvl8pPr>
            <a:lvl9pPr>
              <a:defRPr sz="1600">
                <a:latin typeface="Amazon Ember Display"/>
                <a:ea typeface="Amazon Ember Display"/>
                <a:cs typeface="Amazon Ember Display"/>
              </a:defRPr>
            </a:lvl9pPr>
          </a:lstStyle>
          <a:p>
            <a:pPr lvl="0">
              <a:defRPr/>
            </a:pPr>
            <a:r>
              <a:rPr lang="es-MX"/>
              <a:t>Nombre de la Persona</a:t>
            </a:r>
          </a:p>
        </p:txBody>
      </p:sp>
      <p:sp>
        <p:nvSpPr>
          <p:cNvPr id="1686688185" name="Text Placeholder 11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1423985" y="5216976"/>
            <a:ext cx="6462483" cy="425449"/>
          </a:xfr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>
              <a:defRPr sz="200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2pPr>
            <a:lvl3pPr>
              <a:defRPr sz="160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3pPr>
            <a:lvl4pPr>
              <a:defRPr sz="140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4pPr>
            <a:lvl5pPr>
              <a:defRPr sz="140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5pPr>
            <a:lvl6pPr>
              <a:defRPr sz="140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6pPr>
            <a:lvl7pPr>
              <a:defRPr sz="140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7pPr>
            <a:lvl8pPr>
              <a:defRPr sz="140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8pPr>
            <a:lvl9pPr>
              <a:defRPr sz="140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9pPr>
          </a:lstStyle>
          <a:p>
            <a:pPr lvl="0">
              <a:defRPr/>
            </a:pPr>
            <a:r>
              <a:rPr lang="es-MX"/>
              <a:t>Asociación de la Persona</a:t>
            </a:r>
          </a:p>
        </p:txBody>
      </p:sp>
      <p:sp>
        <p:nvSpPr>
          <p:cNvPr id="2063643588" name="Cuadro de texto 2063643587"/>
          <p:cNvSpPr txBox="1"/>
          <p:nvPr/>
        </p:nvSpPr>
        <p:spPr bwMode="auto">
          <a:xfrm>
            <a:off x="830911" y="326569"/>
            <a:ext cx="1692683" cy="3139799"/>
          </a:xfrm>
          <a:prstGeom prst="rect">
            <a:avLst/>
          </a:prstGeom>
          <a:noFill/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spAutoFit/>
          </a:bodyPr>
          <a:lstStyle/>
          <a:p>
            <a:pPr>
              <a:defRPr/>
            </a:pPr>
            <a:r>
              <a:rPr lang="en-US" sz="20000">
                <a:solidFill>
                  <a:schemeClr val="accent2"/>
                </a:solidFill>
                <a:latin typeface="Amazon Ember Display"/>
                <a:ea typeface="Amazon Ember Display"/>
                <a:cs typeface="Amazon Ember Display"/>
              </a:rPr>
              <a:t>“</a:t>
            </a:r>
            <a:endParaRPr sz="30000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Vide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705900226" name="Media Placeholder 6"/>
          <p:cNvSpPr>
            <a:spLocks noGrp="1"/>
          </p:cNvSpPr>
          <p:nvPr>
            <p:ph type="media" sz="quarter" idx="10"/>
          </p:nvPr>
        </p:nvSpPr>
        <p:spPr bwMode="auto">
          <a:xfrm>
            <a:off x="0" y="0"/>
            <a:ext cx="12191999" cy="6858000"/>
          </a:xfrm>
        </p:spPr>
        <p:txBody>
          <a:bodyPr/>
          <a:lstStyle/>
          <a:p>
            <a:pPr>
              <a:defRPr/>
            </a:pPr>
            <a:endParaRPr lang="es-MX"/>
          </a:p>
        </p:txBody>
      </p:sp>
      <p:sp>
        <p:nvSpPr>
          <p:cNvPr id="1040896303" name="Text Placeholder 8"/>
          <p:cNvSpPr>
            <a:spLocks noGrp="1"/>
          </p:cNvSpPr>
          <p:nvPr>
            <p:ph type="body" sz="quarter" idx="11" hasCustomPrompt="1"/>
          </p:nvPr>
        </p:nvSpPr>
        <p:spPr bwMode="auto">
          <a:xfrm>
            <a:off x="1550988" y="2854757"/>
            <a:ext cx="3103561" cy="1398587"/>
          </a:xfrm>
        </p:spPr>
        <p:txBody>
          <a:bodyPr>
            <a:normAutofit/>
          </a:bodyPr>
          <a:lstStyle>
            <a:lvl1pPr marL="0" indent="0">
              <a:buNone/>
              <a:defRPr sz="2000"/>
            </a:lvl1pPr>
          </a:lstStyle>
          <a:p>
            <a:pPr lvl="0">
              <a:defRPr/>
            </a:pPr>
            <a:r>
              <a:rPr lang="en-US"/>
              <a:t>Haz click para añadir un video. </a:t>
            </a:r>
          </a:p>
          <a:p>
            <a:pPr lvl="0">
              <a:defRPr/>
            </a:pPr>
            <a:r>
              <a:rPr lang="en-US"/>
              <a:t>Borra este bloque de texto despúés.</a:t>
            </a: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Énfasi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66555714" name="Text Placeholder 4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1335313" y="1258773"/>
            <a:ext cx="9521371" cy="4340450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>
            <a:lvl1pPr marL="0" indent="0" algn="ctr">
              <a:buNone/>
              <a:defRPr sz="9600" b="1">
                <a:latin typeface="Amazon Ember"/>
                <a:ea typeface="Amazon Ember"/>
                <a:cs typeface="Amazon Ember"/>
              </a:defRPr>
            </a:lvl1pPr>
            <a:lvl2pPr>
              <a:defRPr sz="9600">
                <a:latin typeface="Amazon Ember"/>
                <a:ea typeface="Amazon Ember"/>
                <a:cs typeface="Amazon Ember"/>
              </a:defRPr>
            </a:lvl2pPr>
            <a:lvl3pPr>
              <a:defRPr sz="9600">
                <a:latin typeface="Amazon Ember"/>
                <a:ea typeface="Amazon Ember"/>
                <a:cs typeface="Amazon Ember"/>
              </a:defRPr>
            </a:lvl3pPr>
            <a:lvl4pPr>
              <a:defRPr sz="9600">
                <a:latin typeface="Amazon Ember"/>
                <a:ea typeface="Amazon Ember"/>
                <a:cs typeface="Amazon Ember"/>
              </a:defRPr>
            </a:lvl4pPr>
            <a:lvl5pPr>
              <a:defRPr sz="9600">
                <a:latin typeface="Amazon Ember"/>
                <a:ea typeface="Amazon Ember"/>
                <a:cs typeface="Amazon Ember"/>
              </a:defRPr>
            </a:lvl5pPr>
            <a:lvl6pPr>
              <a:defRPr>
                <a:latin typeface="Amazon Ember"/>
                <a:ea typeface="Amazon Ember"/>
                <a:cs typeface="Amazon Ember"/>
              </a:defRPr>
            </a:lvl6pPr>
            <a:lvl7pPr>
              <a:defRPr>
                <a:latin typeface="Amazon Ember"/>
                <a:ea typeface="Amazon Ember"/>
                <a:cs typeface="Amazon Ember"/>
              </a:defRPr>
            </a:lvl7pPr>
            <a:lvl8pPr>
              <a:defRPr>
                <a:latin typeface="Amazon Ember"/>
                <a:ea typeface="Amazon Ember"/>
                <a:cs typeface="Amazon Ember"/>
              </a:defRPr>
            </a:lvl8pPr>
            <a:lvl9pPr>
              <a:defRPr>
                <a:latin typeface="Amazon Ember"/>
                <a:ea typeface="Amazon Ember"/>
                <a:cs typeface="Amazon Ember"/>
              </a:defRPr>
            </a:lvl9pPr>
          </a:lstStyle>
          <a:p>
            <a:pPr lvl="0">
              <a:defRPr/>
            </a:pPr>
            <a:r>
              <a:rPr lang="en-US"/>
              <a:t>Énfasis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En Blanco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showMasterPhAnim="0" preserve="1" userDrawn="1">
  <p:cSld name="Gracias"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89938377" name="TextBox 5"/>
          <p:cNvSpPr txBox="1"/>
          <p:nvPr userDrawn="1"/>
        </p:nvSpPr>
        <p:spPr bwMode="white">
          <a:xfrm>
            <a:off x="453901" y="955074"/>
            <a:ext cx="7483583" cy="1079498"/>
          </a:xfrm>
          <a:prstGeom prst="rect">
            <a:avLst/>
          </a:prstGeom>
          <a:noFill/>
        </p:spPr>
        <p:txBody>
          <a:bodyPr lIns="182880" tIns="91440" rIns="146304" bIns="91440"/>
          <a:lstStyle>
            <a:lvl1pPr defTabSz="1097280">
              <a:lnSpc>
                <a:spcPct val="90000"/>
              </a:lnSpc>
              <a:spcBef>
                <a:spcPts val="0"/>
              </a:spcBef>
              <a:buNone/>
              <a:defRPr lang="en-US" sz="6600" b="0" cap="none" spc="-118">
                <a:ln w="3175">
                  <a:noFill/>
                </a:ln>
                <a:solidFill>
                  <a:schemeClr val="bg1"/>
                </a:solidFill>
                <a:latin typeface="Amazon Ember Display Heavy"/>
                <a:ea typeface="Amazon Ember Display Heavy"/>
                <a:cs typeface="Amazon Ember Display Heavy"/>
              </a:defRPr>
            </a:lvl1pPr>
          </a:lstStyle>
          <a:p>
            <a:pPr>
              <a:spcAft>
                <a:spcPts val="0"/>
              </a:spcAft>
              <a:defRPr/>
            </a:pPr>
            <a:r>
              <a:rPr lang="en-US" sz="8000" b="1" i="0" spc="-30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rPr>
              <a:t>¡Gracias!</a:t>
            </a:r>
          </a:p>
        </p:txBody>
      </p:sp>
      <p:pic>
        <p:nvPicPr>
          <p:cNvPr id="30302957" name="Picture 10"/>
          <p:cNvPicPr>
            <a:picLocks noChangeAspect="1" noChangeArrowheads="1"/>
          </p:cNvPicPr>
          <p:nvPr/>
        </p:nvPicPr>
        <p:blipFill rotWithShape="1">
          <a:blip r:embed="rId2"/>
          <a:srcRect l="14854" t="14594" r="15007" b="14691"/>
          <a:stretch>
            <a:fillRect/>
          </a:stretch>
        </p:blipFill>
        <p:spPr bwMode="auto">
          <a:xfrm>
            <a:off x="519993" y="3891668"/>
            <a:ext cx="196383" cy="198000"/>
          </a:xfrm>
          <a:prstGeom prst="rect">
            <a:avLst/>
          </a:prstGeom>
          <a:noFill/>
        </p:spPr>
      </p:pic>
      <p:pic>
        <p:nvPicPr>
          <p:cNvPr id="234169284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518377" y="4318399"/>
            <a:ext cx="198000" cy="198000"/>
          </a:xfrm>
          <a:prstGeom prst="rect">
            <a:avLst/>
          </a:prstGeom>
        </p:spPr>
      </p:pic>
      <p:pic>
        <p:nvPicPr>
          <p:cNvPr id="1833668346" name="Graphic 20"/>
          <p:cNvPicPr>
            <a:picLocks noChangeAspect="1"/>
          </p:cNvPicPr>
          <p:nvPr/>
        </p:nvPicPr>
        <p:blipFill rotWithShape="1"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 bwMode="auto">
          <a:xfrm>
            <a:off x="482417" y="5292814"/>
            <a:ext cx="269916" cy="269916"/>
          </a:xfrm>
          <a:prstGeom prst="rect">
            <a:avLst/>
          </a:prstGeom>
        </p:spPr>
      </p:pic>
      <p:pic>
        <p:nvPicPr>
          <p:cNvPr id="2134226009" name="Picture 6"/>
          <p:cNvPicPr>
            <a:picLocks noChangeAspect="1" noChangeArrowheads="1"/>
          </p:cNvPicPr>
          <p:nvPr/>
        </p:nvPicPr>
        <p:blipFill rotWithShape="1">
          <a:blip r:embed="rId6"/>
          <a:stretch>
            <a:fillRect/>
          </a:stretch>
        </p:blipFill>
        <p:spPr bwMode="auto">
          <a:xfrm>
            <a:off x="482417" y="4786946"/>
            <a:ext cx="269916" cy="269916"/>
          </a:xfrm>
          <a:prstGeom prst="rect">
            <a:avLst/>
          </a:prstGeom>
          <a:noFill/>
        </p:spPr>
      </p:pic>
      <p:pic>
        <p:nvPicPr>
          <p:cNvPr id="625967187" name="Graphic 23"/>
          <p:cNvPicPr>
            <a:picLocks noChangeAspect="1"/>
          </p:cNvPicPr>
          <p:nvPr/>
        </p:nvPicPr>
        <p:blipFill rotWithShape="1"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 bwMode="auto">
          <a:xfrm>
            <a:off x="478735" y="5760245"/>
            <a:ext cx="273600" cy="273600"/>
          </a:xfrm>
          <a:prstGeom prst="rect">
            <a:avLst/>
          </a:prstGeom>
        </p:spPr>
      </p:pic>
      <p:sp>
        <p:nvSpPr>
          <p:cNvPr id="1235223674" name="Text Placeholder 11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477307" y="3049913"/>
            <a:ext cx="4679671" cy="36932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000" b="0" cap="none" spc="0"/>
            </a:lvl1pPr>
          </a:lstStyle>
          <a:p>
            <a:pPr lvl="0">
              <a:defRPr/>
            </a:pPr>
            <a:r>
              <a:rPr lang="en-US"/>
              <a:t>Nombre (pronombre)</a:t>
            </a:r>
          </a:p>
        </p:txBody>
      </p:sp>
      <p:sp>
        <p:nvSpPr>
          <p:cNvPr id="1710321837" name="Text Placeholder 1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911223" y="3804091"/>
            <a:ext cx="4245755" cy="366764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295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@username</a:t>
            </a:r>
          </a:p>
        </p:txBody>
      </p:sp>
      <p:sp>
        <p:nvSpPr>
          <p:cNvPr id="1019603881" name="Text Placeholder 15"/>
          <p:cNvSpPr>
            <a:spLocks noGrp="1"/>
          </p:cNvSpPr>
          <p:nvPr>
            <p:ph type="body" sz="quarter" idx="22" hasCustomPrompt="1"/>
          </p:nvPr>
        </p:nvSpPr>
        <p:spPr bwMode="auto">
          <a:xfrm>
            <a:off x="911223" y="4275630"/>
            <a:ext cx="4245754" cy="3667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295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ln/username</a:t>
            </a:r>
          </a:p>
        </p:txBody>
      </p:sp>
      <p:sp>
        <p:nvSpPr>
          <p:cNvPr id="767176847" name="Text Placeholder 15"/>
          <p:cNvSpPr>
            <a:spLocks noGrp="1"/>
          </p:cNvSpPr>
          <p:nvPr>
            <p:ph type="body" sz="quarter" idx="32" hasCustomPrompt="1"/>
          </p:nvPr>
        </p:nvSpPr>
        <p:spPr bwMode="auto">
          <a:xfrm>
            <a:off x="911223" y="4735327"/>
            <a:ext cx="4245754" cy="3667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295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@usuario</a:t>
            </a:r>
          </a:p>
        </p:txBody>
      </p:sp>
      <p:sp>
        <p:nvSpPr>
          <p:cNvPr id="175109185" name="Text Placeholder 15"/>
          <p:cNvSpPr>
            <a:spLocks noGrp="1"/>
          </p:cNvSpPr>
          <p:nvPr>
            <p:ph type="body" sz="quarter" idx="42" hasCustomPrompt="1"/>
          </p:nvPr>
        </p:nvSpPr>
        <p:spPr bwMode="auto">
          <a:xfrm>
            <a:off x="911223" y="5194369"/>
            <a:ext cx="4245754" cy="3667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295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sitioweb.com</a:t>
            </a:r>
          </a:p>
        </p:txBody>
      </p:sp>
      <p:sp>
        <p:nvSpPr>
          <p:cNvPr id="618368853" name="Text Placeholder 15"/>
          <p:cNvSpPr>
            <a:spLocks noGrp="1"/>
          </p:cNvSpPr>
          <p:nvPr>
            <p:ph type="body" sz="quarter" idx="52" hasCustomPrompt="1"/>
          </p:nvPr>
        </p:nvSpPr>
        <p:spPr bwMode="auto">
          <a:xfrm>
            <a:off x="911223" y="5663886"/>
            <a:ext cx="4245754" cy="3667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295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mail@correo.com</a:t>
            </a:r>
          </a:p>
        </p:txBody>
      </p:sp>
      <p:pic>
        <p:nvPicPr>
          <p:cNvPr id="597108022" name="Picture 10"/>
          <p:cNvPicPr>
            <a:picLocks noChangeAspect="1" noChangeArrowheads="1"/>
          </p:cNvPicPr>
          <p:nvPr/>
        </p:nvPicPr>
        <p:blipFill rotWithShape="1">
          <a:blip r:embed="rId2"/>
          <a:srcRect l="14854" t="14594" r="15007" b="14691"/>
          <a:stretch>
            <a:fillRect/>
          </a:stretch>
        </p:blipFill>
        <p:spPr bwMode="auto">
          <a:xfrm>
            <a:off x="5382157" y="3890071"/>
            <a:ext cx="196383" cy="198000"/>
          </a:xfrm>
          <a:prstGeom prst="rect">
            <a:avLst/>
          </a:prstGeom>
          <a:noFill/>
        </p:spPr>
      </p:pic>
      <p:pic>
        <p:nvPicPr>
          <p:cNvPr id="1017266145" name="Picture 5"/>
          <p:cNvPicPr>
            <a:picLocks noChangeAspect="1"/>
          </p:cNvPicPr>
          <p:nvPr/>
        </p:nvPicPr>
        <p:blipFill rotWithShape="1">
          <a:blip r:embed="rId3"/>
          <a:stretch>
            <a:fillRect/>
          </a:stretch>
        </p:blipFill>
        <p:spPr bwMode="auto">
          <a:xfrm>
            <a:off x="5380542" y="4316802"/>
            <a:ext cx="198000" cy="198000"/>
          </a:xfrm>
          <a:prstGeom prst="rect">
            <a:avLst/>
          </a:prstGeom>
        </p:spPr>
      </p:pic>
      <p:pic>
        <p:nvPicPr>
          <p:cNvPr id="1452079093" name="Graphic 20"/>
          <p:cNvPicPr>
            <a:picLocks noChangeAspect="1"/>
          </p:cNvPicPr>
          <p:nvPr/>
        </p:nvPicPr>
        <p:blipFill rotWithShape="1">
          <a:blip r:embed="rId9"/>
          <a:stretch>
            <a:fillRect/>
          </a:stretch>
        </p:blipFill>
        <p:spPr bwMode="auto">
          <a:xfrm>
            <a:off x="5344582" y="5291217"/>
            <a:ext cx="269916" cy="269916"/>
          </a:xfrm>
          <a:prstGeom prst="rect">
            <a:avLst/>
          </a:prstGeom>
        </p:spPr>
      </p:pic>
      <p:pic>
        <p:nvPicPr>
          <p:cNvPr id="635452471" name="Picture 6"/>
          <p:cNvPicPr>
            <a:picLocks noChangeAspect="1" noChangeArrowheads="1"/>
          </p:cNvPicPr>
          <p:nvPr/>
        </p:nvPicPr>
        <p:blipFill rotWithShape="1">
          <a:blip r:embed="rId6"/>
          <a:stretch>
            <a:fillRect/>
          </a:stretch>
        </p:blipFill>
        <p:spPr bwMode="auto">
          <a:xfrm>
            <a:off x="5344582" y="4785348"/>
            <a:ext cx="269916" cy="269916"/>
          </a:xfrm>
          <a:prstGeom prst="rect">
            <a:avLst/>
          </a:prstGeom>
          <a:noFill/>
        </p:spPr>
      </p:pic>
      <p:pic>
        <p:nvPicPr>
          <p:cNvPr id="556186157" name="Graphic 23"/>
          <p:cNvPicPr>
            <a:picLocks noChangeAspect="1"/>
          </p:cNvPicPr>
          <p:nvPr/>
        </p:nvPicPr>
        <p:blipFill rotWithShape="1">
          <a:blip r:embed="rId10"/>
          <a:stretch>
            <a:fillRect/>
          </a:stretch>
        </p:blipFill>
        <p:spPr bwMode="auto">
          <a:xfrm>
            <a:off x="5340899" y="5758647"/>
            <a:ext cx="273600" cy="273600"/>
          </a:xfrm>
          <a:prstGeom prst="rect">
            <a:avLst/>
          </a:prstGeom>
        </p:spPr>
      </p:pic>
      <p:sp>
        <p:nvSpPr>
          <p:cNvPr id="519658648" name="Text Placeholder 11"/>
          <p:cNvSpPr>
            <a:spLocks noGrp="1"/>
          </p:cNvSpPr>
          <p:nvPr>
            <p:ph type="body" sz="quarter" idx="20" hasCustomPrompt="1"/>
          </p:nvPr>
        </p:nvSpPr>
        <p:spPr bwMode="auto">
          <a:xfrm>
            <a:off x="5339472" y="3048318"/>
            <a:ext cx="4679671" cy="369329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buNone/>
              <a:defRPr sz="2000" b="0" cap="none" spc="0"/>
            </a:lvl1pPr>
          </a:lstStyle>
          <a:p>
            <a:pPr lvl="0">
              <a:defRPr/>
            </a:pPr>
            <a:r>
              <a:rPr lang="en-US"/>
              <a:t>Nombre (pronombre)</a:t>
            </a:r>
          </a:p>
        </p:txBody>
      </p:sp>
      <p:sp>
        <p:nvSpPr>
          <p:cNvPr id="406254100" name="Text Placeholder 15"/>
          <p:cNvSpPr>
            <a:spLocks noGrp="1"/>
          </p:cNvSpPr>
          <p:nvPr>
            <p:ph type="body" sz="quarter" idx="62" hasCustomPrompt="1"/>
          </p:nvPr>
        </p:nvSpPr>
        <p:spPr bwMode="auto">
          <a:xfrm>
            <a:off x="5773387" y="3802494"/>
            <a:ext cx="4245754" cy="3667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295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@username</a:t>
            </a:r>
          </a:p>
        </p:txBody>
      </p:sp>
      <p:sp>
        <p:nvSpPr>
          <p:cNvPr id="955257024" name="Text Placeholder 15"/>
          <p:cNvSpPr>
            <a:spLocks noGrp="1"/>
          </p:cNvSpPr>
          <p:nvPr>
            <p:ph type="body" sz="quarter" idx="72" hasCustomPrompt="1"/>
          </p:nvPr>
        </p:nvSpPr>
        <p:spPr bwMode="auto">
          <a:xfrm>
            <a:off x="5773387" y="4274033"/>
            <a:ext cx="4245754" cy="3667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295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ln/username</a:t>
            </a:r>
          </a:p>
        </p:txBody>
      </p:sp>
      <p:sp>
        <p:nvSpPr>
          <p:cNvPr id="292666206" name="Text Placeholder 15"/>
          <p:cNvSpPr>
            <a:spLocks noGrp="1"/>
          </p:cNvSpPr>
          <p:nvPr>
            <p:ph type="body" sz="quarter" idx="82" hasCustomPrompt="1"/>
          </p:nvPr>
        </p:nvSpPr>
        <p:spPr bwMode="auto">
          <a:xfrm>
            <a:off x="5773387" y="4733730"/>
            <a:ext cx="4245754" cy="3667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295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@usuario</a:t>
            </a:r>
          </a:p>
        </p:txBody>
      </p:sp>
      <p:sp>
        <p:nvSpPr>
          <p:cNvPr id="817955031" name="Text Placeholder 15"/>
          <p:cNvSpPr>
            <a:spLocks noGrp="1"/>
          </p:cNvSpPr>
          <p:nvPr>
            <p:ph type="body" sz="quarter" idx="92" hasCustomPrompt="1"/>
          </p:nvPr>
        </p:nvSpPr>
        <p:spPr bwMode="auto">
          <a:xfrm>
            <a:off x="5773387" y="5192772"/>
            <a:ext cx="4245754" cy="3667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295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sitioweb.com</a:t>
            </a:r>
          </a:p>
        </p:txBody>
      </p:sp>
      <p:sp>
        <p:nvSpPr>
          <p:cNvPr id="1975388200" name="Text Placeholder 15"/>
          <p:cNvSpPr>
            <a:spLocks noGrp="1"/>
          </p:cNvSpPr>
          <p:nvPr>
            <p:ph type="body" sz="quarter" idx="102" hasCustomPrompt="1"/>
          </p:nvPr>
        </p:nvSpPr>
        <p:spPr bwMode="auto">
          <a:xfrm>
            <a:off x="5773387" y="5662288"/>
            <a:ext cx="4245754" cy="366763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rmAutofit/>
          </a:bodyPr>
          <a:lstStyle>
            <a:lvl1pPr marL="0" indent="0">
              <a:spcAft>
                <a:spcPts val="295"/>
              </a:spcAft>
              <a:buNone/>
              <a:defRPr sz="1600">
                <a:solidFill>
                  <a:schemeClr val="bg1"/>
                </a:solidFill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685800" indent="0">
              <a:buNone/>
              <a:defRPr>
                <a:solidFill>
                  <a:schemeClr val="bg1"/>
                </a:solidFill>
              </a:defRPr>
            </a:lvl5pPr>
            <a:lvl6pPr>
              <a:defRPr>
                <a:solidFill>
                  <a:schemeClr val="bg1"/>
                </a:solidFill>
              </a:defRPr>
            </a:lvl6pPr>
            <a:lvl7pPr>
              <a:defRPr>
                <a:solidFill>
                  <a:schemeClr val="bg1"/>
                </a:solidFill>
              </a:defRPr>
            </a:lvl7pPr>
            <a:lvl8pPr>
              <a:defRPr>
                <a:solidFill>
                  <a:schemeClr val="bg1"/>
                </a:solidFill>
              </a:defRPr>
            </a:lvl8pPr>
            <a:lvl9pPr>
              <a:defRPr>
                <a:solidFill>
                  <a:schemeClr val="bg1"/>
                </a:solidFill>
              </a:defRPr>
            </a:lvl9pPr>
          </a:lstStyle>
          <a:p>
            <a:pPr lvl="0">
              <a:defRPr/>
            </a:pPr>
            <a:r>
              <a:rPr lang="en-US"/>
              <a:t>mail@correo.com</a:t>
            </a: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17">
            <a:lum/>
          </a:blip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892867004" name="Title Placeholder 1"/>
          <p:cNvSpPr>
            <a:spLocks noGrp="1"/>
          </p:cNvSpPr>
          <p:nvPr>
            <p:ph type="title"/>
          </p:nvPr>
        </p:nvSpPr>
        <p:spPr bwMode="auto">
          <a:xfrm>
            <a:off x="838198" y="365124"/>
            <a:ext cx="10515600" cy="1325562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>
              <a:defRPr sz="4000" b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1pPr>
            <a:lvl2pPr>
              <a:defRPr sz="4000" b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2pPr>
            <a:lvl3pPr>
              <a:defRPr sz="4000" b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3pPr>
            <a:lvl4pPr>
              <a:defRPr sz="4000" b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4pPr>
            <a:lvl5pPr>
              <a:defRPr sz="4000" b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5pPr>
            <a:lvl6pPr>
              <a:defRPr sz="4000" b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6pPr>
            <a:lvl7pPr>
              <a:defRPr sz="4000" b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7pPr>
            <a:lvl8pPr>
              <a:defRPr sz="4000" b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8pPr>
            <a:lvl9pPr>
              <a:defRPr sz="4000" b="0">
                <a:solidFill>
                  <a:schemeClr val="bg1"/>
                </a:solidFill>
                <a:latin typeface="Amazon Ember Display"/>
                <a:ea typeface="Amazon Ember Display"/>
                <a:cs typeface="Amazon Ember Display"/>
              </a:defRPr>
            </a:lvl9pPr>
          </a:lstStyle>
          <a:p>
            <a:pPr>
              <a:defRPr/>
            </a:pPr>
            <a:r>
              <a:rPr lang="en-US"/>
              <a:t>Click to edit Master title style</a:t>
            </a:r>
            <a:endParaRPr lang="es-MX"/>
          </a:p>
        </p:txBody>
      </p:sp>
      <p:sp>
        <p:nvSpPr>
          <p:cNvPr id="717001840" name="Text Placeholder 2"/>
          <p:cNvSpPr>
            <a:spLocks noGrp="1"/>
          </p:cNvSpPr>
          <p:nvPr>
            <p:ph type="body" idx="1"/>
          </p:nvPr>
        </p:nvSpPr>
        <p:spPr bwMode="auto">
          <a:xfrm>
            <a:off x="838198" y="1825624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>
              <a:defRPr>
                <a:solidFill>
                  <a:schemeClr val="bg1"/>
                </a:solidFill>
                <a:latin typeface="Amazon Ember"/>
                <a:ea typeface="Amazon Ember"/>
                <a:cs typeface="Amazon Ember"/>
              </a:defRPr>
            </a:lvl1pPr>
            <a:lvl2pPr>
              <a:defRPr>
                <a:solidFill>
                  <a:schemeClr val="bg1"/>
                </a:solidFill>
                <a:latin typeface="Amazon Ember"/>
                <a:ea typeface="Amazon Ember"/>
                <a:cs typeface="Amazon Ember"/>
              </a:defRPr>
            </a:lvl2pPr>
            <a:lvl3pPr>
              <a:defRPr>
                <a:solidFill>
                  <a:schemeClr val="bg1"/>
                </a:solidFill>
                <a:latin typeface="Amazon Ember"/>
                <a:ea typeface="Amazon Ember"/>
                <a:cs typeface="Amazon Ember"/>
              </a:defRPr>
            </a:lvl3pPr>
            <a:lvl4pPr>
              <a:defRPr>
                <a:solidFill>
                  <a:schemeClr val="bg1"/>
                </a:solidFill>
                <a:latin typeface="Amazon Ember"/>
                <a:ea typeface="Amazon Ember"/>
                <a:cs typeface="Amazon Ember"/>
              </a:defRPr>
            </a:lvl4pPr>
            <a:lvl5pPr>
              <a:defRPr>
                <a:solidFill>
                  <a:schemeClr val="bg1"/>
                </a:solidFill>
                <a:latin typeface="Amazon Ember"/>
                <a:ea typeface="Amazon Ember"/>
                <a:cs typeface="Amazon Ember"/>
              </a:defRPr>
            </a:lvl5pPr>
            <a:lvl6pPr>
              <a:defRPr>
                <a:solidFill>
                  <a:schemeClr val="bg1"/>
                </a:solidFill>
                <a:latin typeface="Amazon Ember"/>
                <a:ea typeface="Amazon Ember"/>
                <a:cs typeface="Amazon Ember"/>
              </a:defRPr>
            </a:lvl6pPr>
            <a:lvl7pPr>
              <a:defRPr>
                <a:solidFill>
                  <a:schemeClr val="bg1"/>
                </a:solidFill>
                <a:latin typeface="Amazon Ember"/>
                <a:ea typeface="Amazon Ember"/>
                <a:cs typeface="Amazon Ember"/>
              </a:defRPr>
            </a:lvl7pPr>
            <a:lvl8pPr>
              <a:defRPr>
                <a:solidFill>
                  <a:schemeClr val="bg1"/>
                </a:solidFill>
                <a:latin typeface="Amazon Ember"/>
                <a:ea typeface="Amazon Ember"/>
                <a:cs typeface="Amazon Ember"/>
              </a:defRPr>
            </a:lvl8pPr>
            <a:lvl9pPr>
              <a:defRPr>
                <a:solidFill>
                  <a:schemeClr val="bg1"/>
                </a:solidFill>
                <a:latin typeface="Amazon Ember"/>
                <a:ea typeface="Amazon Ember"/>
                <a:cs typeface="Amazon Ember"/>
              </a:defRPr>
            </a:lvl9pPr>
          </a:lstStyle>
          <a:p>
            <a:pPr lvl="0">
              <a:defRPr/>
            </a:pPr>
            <a:r>
              <a:rPr lang="en-US"/>
              <a:t>Click to edit Master text styles</a:t>
            </a:r>
          </a:p>
          <a:p>
            <a:pPr lvl="1">
              <a:defRPr/>
            </a:pPr>
            <a:r>
              <a:rPr lang="en-US"/>
              <a:t>Second level</a:t>
            </a:r>
          </a:p>
          <a:p>
            <a:pPr lvl="2">
              <a:defRPr/>
            </a:pPr>
            <a:r>
              <a:rPr lang="en-US"/>
              <a:t>Third level</a:t>
            </a:r>
          </a:p>
          <a:p>
            <a:pPr lvl="3">
              <a:defRPr/>
            </a:pPr>
            <a:r>
              <a:rPr lang="en-US"/>
              <a:t>Fourth level</a:t>
            </a:r>
          </a:p>
          <a:p>
            <a:pPr lvl="4">
              <a:defRPr/>
            </a:pPr>
            <a:r>
              <a:rPr lang="en-US"/>
              <a:t>Fifth level</a:t>
            </a:r>
            <a:endParaRPr lang="es-MX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hf hdr="0" dt="0"/>
  <p:txStyles>
    <p:titleStyle>
      <a:lvl1pPr algn="l" defTabSz="914400" rtl="0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>
        <a:lnSpc>
          <a:spcPct val="90000"/>
        </a:lnSpc>
        <a:spcBef>
          <a:spcPts val="1000"/>
        </a:spcBef>
        <a:buFont typeface="Arial" panose="020B0604020202020204"/>
        <a:buChar char="•"/>
        <a:defRPr sz="28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4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20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>
        <a:lnSpc>
          <a:spcPct val="90000"/>
        </a:lnSpc>
        <a:spcBef>
          <a:spcPts val="500"/>
        </a:spcBef>
        <a:buFont typeface="Arial" panose="020B0604020202020204"/>
        <a:buChar char="•"/>
        <a:defRPr sz="18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MX"/>
      </a:defPPr>
      <a:lvl1pPr marL="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>
        <a:defRPr sz="18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6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3.jpeg"/><Relationship Id="rId4" Type="http://schemas.openxmlformats.org/officeDocument/2006/relationships/image" Target="../media/image1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0.jpeg"/><Relationship Id="rId5" Type="http://schemas.openxmlformats.org/officeDocument/2006/relationships/image" Target="../media/image19.png"/><Relationship Id="rId4" Type="http://schemas.openxmlformats.org/officeDocument/2006/relationships/image" Target="../media/image1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3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2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103510072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465561" y="1676461"/>
            <a:ext cx="5622516" cy="41803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 fontScale="95000" lnSpcReduction="1000"/>
          </a:bodyPr>
          <a:lstStyle>
            <a:lvl1pPr marL="0" indent="0">
              <a:buNone/>
              <a:defRPr sz="2400"/>
            </a:lvl1pPr>
          </a:lstStyle>
          <a:p>
            <a:pPr marL="285750" indent="-285750">
              <a:buFont typeface="Arial" panose="020B0604020202020204"/>
              <a:buChar char="•"/>
              <a:defRPr/>
            </a:pPr>
            <a:r>
              <a:rPr lang="es-MX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Necesitas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instalar </a:t>
            </a:r>
            <a:r>
              <a:rPr lang="es-MX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las tipografías </a:t>
            </a:r>
            <a:r>
              <a:rPr lang="en-US" sz="2400" b="1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Amazon Ember Display </a:t>
            </a:r>
            <a:r>
              <a:rPr lang="es-MX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(para títulos)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 Amazon Ember (para textos) y Cascadia Code (para código). Puedes instalarlas desde el media kit.</a:t>
            </a:r>
            <a:endParaRPr sz="2400" b="0" i="0" u="none" strike="noStrike" cap="none" spc="0">
              <a:solidFill>
                <a:schemeClr val="bg1"/>
              </a:solidFill>
              <a:latin typeface="Red Hat Display"/>
              <a:cs typeface="Red Hat Display"/>
            </a:endParaRPr>
          </a:p>
          <a:p>
            <a:pPr marL="285750" indent="-285750">
              <a:buFont typeface="Arial" panose="020B0604020202020204"/>
              <a:buChar char="•"/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Usa blanco (#000000) para textos y títulos, </a:t>
            </a:r>
            <a:r>
              <a:rPr lang="en-US" sz="2400" b="0" i="0" u="none" strike="noStrike" cap="none" spc="0">
                <a:solidFill>
                  <a:srgbClr val="330066"/>
                </a:solidFill>
                <a:latin typeface="Red Hat Display"/>
                <a:ea typeface="Red Hat Display"/>
                <a:cs typeface="Red Hat Display"/>
              </a:rPr>
              <a:t>morado (#330066) para énfasis </a:t>
            </a:r>
            <a:r>
              <a:rPr lang="en-US" sz="2400" b="0" i="0" u="none" strike="noStrike" cap="none" spc="0">
                <a:solidFill>
                  <a:schemeClr val="accent6"/>
                </a:solidFill>
                <a:latin typeface="Red Hat Display"/>
                <a:ea typeface="Red Hat Display"/>
                <a:cs typeface="Red Hat Display"/>
              </a:rPr>
              <a:t>y verde (#38EF7D) para código.</a:t>
            </a:r>
            <a:endParaRPr sz="2400">
              <a:solidFill>
                <a:schemeClr val="accent6"/>
              </a:solidFill>
              <a:latin typeface="Red Hat Display"/>
              <a:cs typeface="Red Hat Display"/>
            </a:endParaRPr>
          </a:p>
          <a:p>
            <a:pPr marL="285750" indent="-285750">
              <a:buFont typeface="Arial" panose="020B0604020202020204"/>
              <a:buChar char="•"/>
              <a:defRPr/>
            </a:pPr>
            <a:r>
              <a:rPr lang="es-MX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No subrayes nada que no sean hipervínculos. </a:t>
            </a:r>
            <a:endParaRPr sz="2400">
              <a:latin typeface="Red Hat Display"/>
              <a:cs typeface="Red Hat Display"/>
            </a:endParaRPr>
          </a:p>
        </p:txBody>
      </p:sp>
      <p:sp>
        <p:nvSpPr>
          <p:cNvPr id="62624586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65561" y="484906"/>
            <a:ext cx="11245033" cy="979560"/>
          </a:xfrm>
        </p:spPr>
        <p:txBody>
          <a:bodyPr/>
          <a:lstStyle>
            <a:lvl1pPr algn="l">
              <a:defRPr sz="4600"/>
            </a:lvl1pPr>
          </a:lstStyle>
          <a:p>
            <a:pPr>
              <a:defRPr/>
            </a:pPr>
            <a:r>
              <a:rPr lang="en-US"/>
              <a:t>Uso correcto de la Plantilla</a:t>
            </a:r>
          </a:p>
        </p:txBody>
      </p:sp>
      <p:sp>
        <p:nvSpPr>
          <p:cNvPr id="755717908" name="Content Placeholder 2"/>
          <p:cNvSpPr>
            <a:spLocks noGrp="1"/>
          </p:cNvSpPr>
          <p:nvPr/>
        </p:nvSpPr>
        <p:spPr bwMode="auto">
          <a:xfrm>
            <a:off x="6088077" y="1676461"/>
            <a:ext cx="5622516" cy="4180374"/>
          </a:xfrm>
        </p:spPr>
        <p:txBody>
          <a:bodyPr vertOverflow="overflow" horzOverflow="overflow" vert="horz" wrap="square" lIns="91440" tIns="45720" rIns="91440" bIns="45720" numCol="1" spcCol="0" rtlCol="0" fromWordArt="0" anchor="t" anchorCtr="0" forceAA="0" compatLnSpc="0">
            <a:normAutofit/>
          </a:bodyPr>
          <a:lstStyle>
            <a:lvl1pPr marL="0" indent="0" algn="l" defTabSz="914400" rtl="0">
              <a:lnSpc>
                <a:spcPct val="90000"/>
              </a:lnSpc>
              <a:spcBef>
                <a:spcPts val="1000"/>
              </a:spcBef>
              <a:buFont typeface="Arial" panose="020B0604020202020204"/>
              <a:buNone/>
              <a:defRPr sz="2400">
                <a:solidFill>
                  <a:schemeClr val="bg1"/>
                </a:solidFill>
                <a:latin typeface="Red Hat Text"/>
                <a:ea typeface="Red Hat Text"/>
                <a:cs typeface="Red Hat Text"/>
              </a:defRPr>
            </a:lvl1pPr>
            <a:lvl2pPr marL="6858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400">
                <a:solidFill>
                  <a:schemeClr val="bg1"/>
                </a:solidFill>
                <a:latin typeface="Red Hat Text"/>
                <a:ea typeface="Red Hat Text"/>
                <a:cs typeface="Red Hat Text"/>
              </a:defRPr>
            </a:lvl2pPr>
            <a:lvl3pPr marL="11430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2000">
                <a:solidFill>
                  <a:schemeClr val="bg1"/>
                </a:solidFill>
                <a:latin typeface="Red Hat Text"/>
                <a:ea typeface="Red Hat Text"/>
                <a:cs typeface="Red Hat Text"/>
              </a:defRPr>
            </a:lvl3pPr>
            <a:lvl4pPr marL="16002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>
                <a:solidFill>
                  <a:schemeClr val="bg1"/>
                </a:solidFill>
                <a:latin typeface="Red Hat Text"/>
                <a:ea typeface="Red Hat Text"/>
                <a:cs typeface="Red Hat Text"/>
              </a:defRPr>
            </a:lvl4pPr>
            <a:lvl5pPr marL="20574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>
                <a:solidFill>
                  <a:schemeClr val="bg1"/>
                </a:solidFill>
                <a:latin typeface="Red Hat Text"/>
                <a:ea typeface="Red Hat Text"/>
                <a:cs typeface="Red Hat Text"/>
              </a:defRPr>
            </a:lvl5pPr>
            <a:lvl6pPr marL="25146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>
                <a:solidFill>
                  <a:schemeClr val="bg1"/>
                </a:solidFill>
                <a:latin typeface="Red Hat Text"/>
                <a:ea typeface="Red Hat Text"/>
                <a:cs typeface="Red Hat Text"/>
              </a:defRPr>
            </a:lvl6pPr>
            <a:lvl7pPr marL="29718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>
                <a:solidFill>
                  <a:schemeClr val="bg1"/>
                </a:solidFill>
                <a:latin typeface="Red Hat Text"/>
                <a:ea typeface="Red Hat Text"/>
                <a:cs typeface="Red Hat Text"/>
              </a:defRPr>
            </a:lvl7pPr>
            <a:lvl8pPr marL="34290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>
                <a:solidFill>
                  <a:schemeClr val="bg1"/>
                </a:solidFill>
                <a:latin typeface="Red Hat Text"/>
                <a:ea typeface="Red Hat Text"/>
                <a:cs typeface="Red Hat Text"/>
              </a:defRPr>
            </a:lvl8pPr>
            <a:lvl9pPr marL="3886200" indent="-228600" algn="l" defTabSz="914400" rtl="0">
              <a:lnSpc>
                <a:spcPct val="90000"/>
              </a:lnSpc>
              <a:spcBef>
                <a:spcPts val="500"/>
              </a:spcBef>
              <a:buFont typeface="Arial" panose="020B0604020202020204"/>
              <a:buChar char="•"/>
              <a:defRPr sz="1800">
                <a:solidFill>
                  <a:schemeClr val="bg1"/>
                </a:solidFill>
                <a:latin typeface="Red Hat Text"/>
                <a:ea typeface="Red Hat Text"/>
                <a:cs typeface="Red Hat Text"/>
              </a:defRPr>
            </a:lvl9pPr>
          </a:lstStyle>
          <a:p>
            <a:pPr marL="285750" indent="-285750">
              <a:buFont typeface="Arial" panose="020B0604020202020204"/>
              <a:buChar char="•"/>
              <a:defRPr/>
            </a:pPr>
            <a:r>
              <a:rPr lang="es-MX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Usa correctamente los tipos de diapositiva, modifica según 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tus necesidades</a:t>
            </a:r>
            <a:r>
              <a:rPr lang="es-MX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. </a:t>
            </a:r>
            <a:endParaRPr sz="2400">
              <a:latin typeface="Red Hat Display"/>
              <a:cs typeface="Red Hat Display"/>
            </a:endParaRPr>
          </a:p>
          <a:p>
            <a:pPr marL="285750" indent="-285750">
              <a:buFont typeface="Arial" panose="020B0604020202020204"/>
              <a:buChar char="•"/>
              <a:defRPr/>
            </a:pPr>
            <a:r>
              <a:rPr lang="en-US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Usa las diapositivas de entrada y salida. Borra esta diapositiva al final.</a:t>
            </a:r>
            <a:r>
              <a:rPr lang="es-MX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 </a:t>
            </a:r>
            <a:endParaRPr sz="2400">
              <a:latin typeface="Red Hat Display"/>
              <a:cs typeface="Red Hat Display"/>
            </a:endParaRPr>
          </a:p>
          <a:p>
            <a:pPr marL="285750" indent="-285750">
              <a:buFont typeface="Arial" panose="020B0604020202020204"/>
              <a:buChar char="•"/>
              <a:defRPr/>
            </a:pPr>
            <a:r>
              <a:rPr lang="es-MX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Si necesitas imágenes y/o ilustraciones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 para acompañar </a:t>
            </a:r>
            <a:r>
              <a:rPr lang="es-MX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te recomendamos</a:t>
            </a:r>
            <a:r>
              <a:rPr lang="en-US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 </a:t>
            </a:r>
            <a:r>
              <a:rPr lang="en-US" sz="2400" b="0" i="0" u="none" strike="noStrike" cap="none" spc="0">
                <a:solidFill>
                  <a:schemeClr val="accent6"/>
                </a:solidFill>
                <a:latin typeface="Red Hat Display"/>
                <a:ea typeface="Red Hat Display"/>
                <a:cs typeface="Red Hat Display"/>
              </a:rPr>
              <a:t>Freepik.</a:t>
            </a:r>
            <a:endParaRPr sz="2400">
              <a:latin typeface="Red Hat Display"/>
              <a:cs typeface="Red Hat Display"/>
            </a:endParaRPr>
          </a:p>
          <a:p>
            <a:pPr marL="285750" indent="-285750">
              <a:buFont typeface="Arial" panose="020B0604020202020204"/>
              <a:buChar char="•"/>
              <a:defRPr/>
            </a:pPr>
            <a:r>
              <a:rPr lang="es-MX" sz="2400" b="0" i="0" u="none" strike="noStrike" cap="none" spc="0">
                <a:solidFill>
                  <a:schemeClr val="bg1"/>
                </a:solidFill>
                <a:latin typeface="Red Hat Display"/>
                <a:ea typeface="Red Hat Display"/>
                <a:cs typeface="Red Hat Display"/>
              </a:rPr>
              <a:t>Cualquier cosa que necesites puedes contactarnos. </a:t>
            </a:r>
            <a:endParaRPr sz="2400">
              <a:latin typeface="Red Hat Display"/>
              <a:cs typeface="Red Hat Display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36489" name="Title 7"/>
          <p:cNvSpPr>
            <a:spLocks noGrp="1"/>
          </p:cNvSpPr>
          <p:nvPr>
            <p:ph type="title" hasCustomPrompt="1"/>
          </p:nvPr>
        </p:nvSpPr>
        <p:spPr bwMode="auto">
          <a:xfrm>
            <a:off x="883920" y="1984375"/>
            <a:ext cx="9563100" cy="1865630"/>
          </a:xfrm>
        </p:spPr>
        <p:txBody>
          <a:bodyPr vertOverflow="overflow" horzOverflow="overflow" vert="horz" wrap="square" lIns="91440" tIns="146304" rIns="91440" bIns="146304" numCol="1" spcCol="0" rtlCol="0" fromWordArt="0" anchor="ctr" anchorCtr="0" forceAA="0" compatLnSpc="0">
            <a:noAutofit/>
          </a:bodyPr>
          <a:lstStyle>
            <a:lvl1pPr>
              <a:defRPr lang="es-MX" sz="7200" b="1" i="0">
                <a:latin typeface="JetBrains Mono"/>
                <a:ea typeface="JetBrains Mono"/>
                <a:cs typeface="JetBrains Mono"/>
              </a:defRPr>
            </a:lvl1pPr>
            <a:lvl2pPr>
              <a:defRPr lang="es-MX" sz="4800" b="1">
                <a:latin typeface="JetBrains Mono"/>
                <a:ea typeface="JetBrains Mono"/>
                <a:cs typeface="JetBrains Mono"/>
              </a:defRPr>
            </a:lvl2pPr>
            <a:lvl3pPr>
              <a:defRPr lang="es-MX" sz="4800" b="1">
                <a:latin typeface="JetBrains Mono"/>
                <a:ea typeface="JetBrains Mono"/>
                <a:cs typeface="JetBrains Mono"/>
              </a:defRPr>
            </a:lvl3pPr>
            <a:lvl4pPr>
              <a:defRPr lang="es-MX" sz="4800" b="1">
                <a:latin typeface="JetBrains Mono"/>
                <a:ea typeface="JetBrains Mono"/>
                <a:cs typeface="JetBrains Mono"/>
              </a:defRPr>
            </a:lvl4pPr>
            <a:lvl5pPr>
              <a:defRPr lang="es-MX" sz="4800" b="1">
                <a:latin typeface="JetBrains Mono"/>
                <a:ea typeface="JetBrains Mono"/>
                <a:cs typeface="JetBrains Mono"/>
              </a:defRPr>
            </a:lvl5pPr>
            <a:lvl6pPr>
              <a:defRPr lang="es-MX" sz="4800" b="1">
                <a:latin typeface="JetBrains Mono"/>
                <a:ea typeface="JetBrains Mono"/>
                <a:cs typeface="JetBrains Mono"/>
              </a:defRPr>
            </a:lvl6pPr>
            <a:lvl7pPr>
              <a:defRPr lang="es-MX" sz="4800" b="1">
                <a:latin typeface="JetBrains Mono"/>
                <a:ea typeface="JetBrains Mono"/>
                <a:cs typeface="JetBrains Mono"/>
              </a:defRPr>
            </a:lvl7pPr>
            <a:lvl8pPr>
              <a:defRPr lang="es-MX" sz="4800" b="1">
                <a:latin typeface="JetBrains Mono"/>
                <a:ea typeface="JetBrains Mono"/>
                <a:cs typeface="JetBrains Mono"/>
              </a:defRPr>
            </a:lvl8pPr>
            <a:lvl9pPr>
              <a:defRPr lang="es-MX" sz="4800" b="1">
                <a:latin typeface="JetBrains Mono"/>
                <a:ea typeface="JetBrains Mono"/>
                <a:cs typeface="JetBrains Mono"/>
              </a:defRPr>
            </a:lvl9pPr>
          </a:lstStyle>
          <a:p>
            <a:pPr>
              <a:defRPr/>
            </a:pPr>
            <a:r>
              <a:rPr lang="en-US" altLang="es-ES" sz="4800">
                <a:latin typeface="Amazon Ember Display"/>
                <a:cs typeface="Amazon Ember Display"/>
              </a:rPr>
              <a:t>Del prompt al deploy: Infraestructura como C</a:t>
            </a:r>
            <a:r>
              <a:rPr lang="en-US" altLang="en-US" sz="4800">
                <a:latin typeface="Amazon Ember Display"/>
                <a:cs typeface="Amazon Ember Display"/>
              </a:rPr>
              <a:t>ó</a:t>
            </a:r>
            <a:r>
              <a:rPr lang="en-US" altLang="es-ES" sz="4800">
                <a:latin typeface="Amazon Ember Display"/>
                <a:cs typeface="Amazon Ember Display"/>
              </a:rPr>
              <a:t>digo con Pulumi en AWS</a:t>
            </a:r>
          </a:p>
        </p:txBody>
      </p:sp>
      <p:sp>
        <p:nvSpPr>
          <p:cNvPr id="956777151" name="Text Placeholder 11"/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83707" y="4214186"/>
            <a:ext cx="4679671" cy="369329"/>
          </a:xfrm>
        </p:spPr>
        <p:txBody>
          <a:bodyPr>
            <a:noAutofit/>
          </a:bodyPr>
          <a:lstStyle>
            <a:lvl1pPr marL="0" indent="0">
              <a:buNone/>
              <a:defRPr sz="2000" b="0" cap="none" spc="0"/>
            </a:lvl1pPr>
          </a:lstStyle>
          <a:p>
            <a:pPr>
              <a:defRPr/>
            </a:pPr>
            <a:r>
              <a:rPr lang="es-CL" altLang="en-US" sz="2800"/>
              <a:t>BRYAN RAMIREZ</a:t>
            </a:r>
          </a:p>
        </p:txBody>
      </p:sp>
      <p:sp>
        <p:nvSpPr>
          <p:cNvPr id="983431636" name="Text Placeholder 15"/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883707" y="4949275"/>
            <a:ext cx="4679671" cy="53552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>
            <a:lvl1pPr marL="0" indent="0">
              <a:spcAft>
                <a:spcPts val="300"/>
              </a:spcAft>
              <a:buNone/>
              <a:defRPr sz="1600">
                <a:solidFill>
                  <a:srgbClr val="00FF00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>
              <a:defRPr/>
            </a:pPr>
            <a:r>
              <a:rPr lang="es-CL" sz="2000">
                <a:solidFill>
                  <a:schemeClr val="bg1"/>
                </a:solidFill>
              </a:rPr>
              <a:t>IT Assisstant</a:t>
            </a:r>
            <a:endParaRPr sz="2000">
              <a:solidFill>
                <a:schemeClr val="bg1"/>
              </a:solidFill>
            </a:endParaRPr>
          </a:p>
          <a:p>
            <a:pPr>
              <a:defRPr/>
            </a:pPr>
            <a:r>
              <a:rPr lang="es-CL" altLang="en-US" sz="2000">
                <a:solidFill>
                  <a:schemeClr val="bg1"/>
                </a:solidFill>
              </a:rPr>
              <a:t>&amp;beyond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7D313B2-369C-03D5-0355-09A76732860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528618" y="240898"/>
            <a:ext cx="2224509" cy="2224509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3E71EC02-EE82-A10C-CD2F-5B19C267E977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956777151" name="Text Placeholder 11">
            <a:extLst>
              <a:ext uri="{FF2B5EF4-FFF2-40B4-BE49-F238E27FC236}">
                <a16:creationId xmlns:a16="http://schemas.microsoft.com/office/drawing/2014/main" id="{9F029FA2-844A-1306-C467-22A30ED9655F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64846" y="1064871"/>
            <a:ext cx="5007807" cy="499773"/>
          </a:xfrm>
        </p:spPr>
        <p:txBody>
          <a:bodyPr>
            <a:noAutofit/>
          </a:bodyPr>
          <a:lstStyle>
            <a:lvl1pPr marL="0" indent="0">
              <a:buNone/>
              <a:defRPr sz="2000" b="0" cap="none" spc="0"/>
            </a:lvl1pPr>
          </a:lstStyle>
          <a:p>
            <a:pPr>
              <a:defRPr/>
            </a:pPr>
            <a:r>
              <a:rPr lang="es-CL" altLang="en-US" sz="2800" dirty="0"/>
              <a:t>BRYAN RAMIREZ</a:t>
            </a:r>
          </a:p>
        </p:txBody>
      </p:sp>
      <p:sp>
        <p:nvSpPr>
          <p:cNvPr id="983431636" name="Text Placeholder 15">
            <a:extLst>
              <a:ext uri="{FF2B5EF4-FFF2-40B4-BE49-F238E27FC236}">
                <a16:creationId xmlns:a16="http://schemas.microsoft.com/office/drawing/2014/main" id="{565E80EC-1D6C-9AE1-907D-DE069610BE89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864846" y="1741260"/>
            <a:ext cx="5007807" cy="724672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>
            <a:lvl1pPr marL="0" indent="0">
              <a:spcAft>
                <a:spcPts val="300"/>
              </a:spcAft>
              <a:buNone/>
              <a:defRPr sz="1600">
                <a:solidFill>
                  <a:srgbClr val="00FF00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>
              <a:defRPr/>
            </a:pPr>
            <a:r>
              <a:rPr lang="es-CL" sz="2000" dirty="0">
                <a:solidFill>
                  <a:schemeClr val="bg1"/>
                </a:solidFill>
              </a:rPr>
              <a:t>IT </a:t>
            </a:r>
            <a:r>
              <a:rPr lang="es-CL" sz="2000" dirty="0" err="1">
                <a:solidFill>
                  <a:schemeClr val="bg1"/>
                </a:solidFill>
              </a:rPr>
              <a:t>Assisstant</a:t>
            </a:r>
            <a:endParaRPr sz="2000" dirty="0">
              <a:solidFill>
                <a:schemeClr val="bg1"/>
              </a:solidFill>
            </a:endParaRPr>
          </a:p>
          <a:p>
            <a:pPr>
              <a:defRPr/>
            </a:pPr>
            <a:r>
              <a:rPr lang="es-CL" altLang="en-US" sz="2000" dirty="0">
                <a:solidFill>
                  <a:schemeClr val="bg1"/>
                </a:solidFill>
              </a:rPr>
              <a:t>&amp;</a:t>
            </a:r>
            <a:r>
              <a:rPr lang="es-CL" altLang="en-US" sz="2000" dirty="0" err="1">
                <a:solidFill>
                  <a:schemeClr val="bg1"/>
                </a:solidFill>
              </a:rPr>
              <a:t>beyond</a:t>
            </a:r>
            <a:endParaRPr lang="es-CL" altLang="en-US" sz="2000" dirty="0">
              <a:solidFill>
                <a:schemeClr val="bg1"/>
              </a:solidFill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650BEAF1-1C0E-7CE3-6957-643CE7CB58F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7178957" y="2549552"/>
            <a:ext cx="2224509" cy="2224509"/>
          </a:xfrm>
          <a:prstGeom prst="rect">
            <a:avLst/>
          </a:prstGeom>
        </p:spPr>
      </p:pic>
      <p:pic>
        <p:nvPicPr>
          <p:cNvPr id="2050" name="Picture 2">
            <a:extLst>
              <a:ext uri="{FF2B5EF4-FFF2-40B4-BE49-F238E27FC236}">
                <a16:creationId xmlns:a16="http://schemas.microsoft.com/office/drawing/2014/main" id="{1D5A529C-6048-B15F-7079-ED0838167FC5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908290" y="2906075"/>
            <a:ext cx="1511461" cy="1511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52" name="Picture 4" descr="No alternative text description for this image">
            <a:extLst>
              <a:ext uri="{FF2B5EF4-FFF2-40B4-BE49-F238E27FC236}">
                <a16:creationId xmlns:a16="http://schemas.microsoft.com/office/drawing/2014/main" id="{90DAB93D-CE91-3A97-11D5-B52A938C11C0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64846" y="2713768"/>
            <a:ext cx="4809282" cy="36069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245465398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Picture 4">
            <a:extLst>
              <a:ext uri="{FF2B5EF4-FFF2-40B4-BE49-F238E27FC236}">
                <a16:creationId xmlns:a16="http://schemas.microsoft.com/office/drawing/2014/main" id="{F72B4E71-B397-D63A-286F-E84B07D5A9D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4334"/>
          <a:stretch>
            <a:fillRect/>
          </a:stretch>
        </p:blipFill>
        <p:spPr>
          <a:xfrm>
            <a:off x="447367" y="509300"/>
            <a:ext cx="11297265" cy="5839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876649929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65561" y="484905"/>
            <a:ext cx="11245033" cy="979560"/>
          </a:xfrm>
        </p:spPr>
        <p:txBody>
          <a:bodyPr/>
          <a:lstStyle>
            <a:lvl1pPr algn="l">
              <a:defRPr sz="4600"/>
            </a:lvl1pPr>
          </a:lstStyle>
          <a:p>
            <a:pPr>
              <a:defRPr/>
            </a:pPr>
            <a:r>
              <a:rPr lang="en-US"/>
              <a:t>Solo el título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>
          <a:blip r:embed="rId3"/>
          <a:srcRect b="8186"/>
          <a:stretch>
            <a:fillRect/>
          </a:stretch>
        </p:blipFill>
        <p:spPr>
          <a:xfrm>
            <a:off x="333375" y="512445"/>
            <a:ext cx="11306175" cy="58331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5" name="Marcador de posición de contenido 4"/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465455" y="361315"/>
            <a:ext cx="11043920" cy="623824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4" name="Imagen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1335" y="497205"/>
            <a:ext cx="11148695" cy="5862955"/>
          </a:xfrm>
          <a:prstGeom prst="rect">
            <a:avLst/>
          </a:prstGeom>
        </p:spPr>
      </p:pic>
      <p:pic>
        <p:nvPicPr>
          <p:cNvPr id="11" name="Imagen 10"/>
          <p:cNvPicPr/>
          <p:nvPr/>
        </p:nvPicPr>
        <p:blipFill>
          <a:blip r:embed="rId4"/>
          <a:stretch>
            <a:fillRect/>
          </a:stretch>
        </p:blipFill>
        <p:spPr>
          <a:xfrm>
            <a:off x="8616950" y="3185160"/>
            <a:ext cx="2225675" cy="1245235"/>
          </a:xfrm>
          <a:prstGeom prst="rect">
            <a:avLst/>
          </a:prstGeom>
        </p:spPr>
      </p:pic>
      <p:pic>
        <p:nvPicPr>
          <p:cNvPr id="14" name="Imagen 13"/>
          <p:cNvPicPr/>
          <p:nvPr/>
        </p:nvPicPr>
        <p:blipFill>
          <a:blip r:embed="rId5"/>
          <a:stretch>
            <a:fillRect/>
          </a:stretch>
        </p:blipFill>
        <p:spPr>
          <a:xfrm>
            <a:off x="5221605" y="2839720"/>
            <a:ext cx="1891665" cy="1936115"/>
          </a:xfrm>
          <a:prstGeom prst="rect">
            <a:avLst/>
          </a:prstGeom>
        </p:spPr>
      </p:pic>
      <p:pic>
        <p:nvPicPr>
          <p:cNvPr id="17" name="Imagen 16"/>
          <p:cNvPicPr/>
          <p:nvPr/>
        </p:nvPicPr>
        <p:blipFill>
          <a:blip r:embed="rId6"/>
          <a:stretch>
            <a:fillRect/>
          </a:stretch>
        </p:blipFill>
        <p:spPr>
          <a:xfrm>
            <a:off x="1553210" y="3185160"/>
            <a:ext cx="868045" cy="864235"/>
          </a:xfrm>
          <a:prstGeom prst="rect">
            <a:avLst/>
          </a:prstGeom>
        </p:spPr>
      </p:pic>
      <p:pic>
        <p:nvPicPr>
          <p:cNvPr id="18" name="Imagen 17"/>
          <p:cNvPicPr/>
          <p:nvPr/>
        </p:nvPicPr>
        <p:blipFill>
          <a:blip r:embed="rId7"/>
          <a:stretch>
            <a:fillRect/>
          </a:stretch>
        </p:blipFill>
        <p:spPr>
          <a:xfrm>
            <a:off x="1758950" y="3743960"/>
            <a:ext cx="1368425" cy="1209675"/>
          </a:xfrm>
          <a:prstGeom prst="rect">
            <a:avLst/>
          </a:prstGeom>
        </p:spPr>
      </p:pic>
      <p:pic>
        <p:nvPicPr>
          <p:cNvPr id="21" name="Imagen 20"/>
          <p:cNvPicPr/>
          <p:nvPr/>
        </p:nvPicPr>
        <p:blipFill>
          <a:blip r:embed="rId8"/>
          <a:stretch>
            <a:fillRect/>
          </a:stretch>
        </p:blipFill>
        <p:spPr>
          <a:xfrm>
            <a:off x="2592705" y="3185160"/>
            <a:ext cx="874395" cy="87439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pic>
        <p:nvPicPr>
          <p:cNvPr id="9" name="Picture 8">
            <a:extLst>
              <a:ext uri="{FF2B5EF4-FFF2-40B4-BE49-F238E27FC236}">
                <a16:creationId xmlns:a16="http://schemas.microsoft.com/office/drawing/2014/main" id="{67F34C0E-6D9A-ECA6-CB54-C672403BF9D7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4998" r="5450"/>
          <a:stretch>
            <a:fillRect/>
          </a:stretch>
        </p:blipFill>
        <p:spPr>
          <a:xfrm>
            <a:off x="286774" y="429094"/>
            <a:ext cx="11618452" cy="5999812"/>
          </a:xfrm>
          <a:prstGeom prst="rect">
            <a:avLst/>
          </a:prstGeom>
        </p:spPr>
      </p:pic>
      <p:pic>
        <p:nvPicPr>
          <p:cNvPr id="1028" name="Picture 4" descr="OpenCode (@opencode) / Posts / X">
            <a:extLst>
              <a:ext uri="{FF2B5EF4-FFF2-40B4-BE49-F238E27FC236}">
                <a16:creationId xmlns:a16="http://schemas.microsoft.com/office/drawing/2014/main" id="{26CFB842-E324-1444-83FD-0105DA02E03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600700" y="2219960"/>
            <a:ext cx="9906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/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982200600" name="Title 1"/>
          <p:cNvSpPr>
            <a:spLocks noGrp="1"/>
          </p:cNvSpPr>
          <p:nvPr>
            <p:ph type="ctrTitle" hasCustomPrompt="1"/>
          </p:nvPr>
        </p:nvSpPr>
        <p:spPr bwMode="auto">
          <a:xfrm>
            <a:off x="465561" y="484905"/>
            <a:ext cx="11245032" cy="979560"/>
          </a:xfrm>
        </p:spPr>
        <p:txBody>
          <a:bodyPr/>
          <a:lstStyle>
            <a:lvl1pPr algn="l">
              <a:defRPr sz="4600"/>
            </a:lvl1pPr>
          </a:lstStyle>
          <a:p>
            <a:pPr>
              <a:defRPr/>
            </a:pPr>
            <a:r>
              <a:rPr lang="en-US"/>
              <a:t>Título</a:t>
            </a:r>
          </a:p>
        </p:txBody>
      </p:sp>
      <p:sp>
        <p:nvSpPr>
          <p:cNvPr id="1563082182" name="Content Placeholder 2"/>
          <p:cNvSpPr>
            <a:spLocks noGrp="1"/>
          </p:cNvSpPr>
          <p:nvPr>
            <p:ph idx="1" hasCustomPrompt="1"/>
          </p:nvPr>
        </p:nvSpPr>
        <p:spPr bwMode="auto">
          <a:xfrm>
            <a:off x="465561" y="1676461"/>
            <a:ext cx="11245032" cy="4180374"/>
          </a:xfrm>
        </p:spPr>
        <p:txBody>
          <a:bodyPr/>
          <a:lstStyle>
            <a:lvl1pPr marL="0" indent="0">
              <a:buNone/>
              <a:defRPr lang="es-MX" sz="2400">
                <a:latin typeface="JetBrains Mono"/>
                <a:ea typeface="JetBrains Mono"/>
                <a:cs typeface="JetBrains Mono"/>
              </a:defRPr>
            </a:lvl1pPr>
            <a:lvl2pPr>
              <a:defRPr>
                <a:latin typeface="JetBrains Mono"/>
                <a:ea typeface="JetBrains Mono"/>
                <a:cs typeface="JetBrains Mono"/>
              </a:defRPr>
            </a:lvl2pPr>
            <a:lvl3pPr>
              <a:defRPr>
                <a:latin typeface="JetBrains Mono"/>
                <a:ea typeface="JetBrains Mono"/>
                <a:cs typeface="JetBrains Mono"/>
              </a:defRPr>
            </a:lvl3pPr>
            <a:lvl4pPr>
              <a:defRPr>
                <a:latin typeface="JetBrains Mono"/>
                <a:ea typeface="JetBrains Mono"/>
                <a:cs typeface="JetBrains Mono"/>
              </a:defRPr>
            </a:lvl4pPr>
            <a:lvl5pPr>
              <a:defRPr>
                <a:latin typeface="JetBrains Mono"/>
                <a:ea typeface="JetBrains Mono"/>
                <a:cs typeface="JetBrains Mono"/>
              </a:defRPr>
            </a:lvl5pPr>
            <a:lvl6pPr>
              <a:defRPr>
                <a:latin typeface="JetBrains Mono"/>
                <a:ea typeface="JetBrains Mono"/>
                <a:cs typeface="JetBrains Mono"/>
              </a:defRPr>
            </a:lvl6pPr>
            <a:lvl7pPr>
              <a:defRPr>
                <a:latin typeface="JetBrains Mono"/>
                <a:ea typeface="JetBrains Mono"/>
                <a:cs typeface="JetBrains Mono"/>
              </a:defRPr>
            </a:lvl7pPr>
            <a:lvl8pPr>
              <a:defRPr>
                <a:latin typeface="JetBrains Mono"/>
                <a:ea typeface="JetBrains Mono"/>
                <a:cs typeface="JetBrains Mono"/>
              </a:defRPr>
            </a:lvl8pPr>
            <a:lvl9pPr>
              <a:defRPr>
                <a:latin typeface="JetBrains Mono"/>
                <a:ea typeface="JetBrains Mono"/>
                <a:cs typeface="JetBrains Mono"/>
              </a:defRPr>
            </a:lvl9pPr>
          </a:lstStyle>
          <a:p>
            <a:pPr>
              <a:defRPr/>
            </a:pPr>
            <a:r>
              <a:rPr lang="en-US">
                <a:solidFill>
                  <a:schemeClr val="bg1"/>
                </a:solidFill>
              </a:rPr>
              <a:t>Bloque de Código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3147D7BD-E1DD-62D4-E725-CB954DB8B9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6886" y="285311"/>
            <a:ext cx="11298227" cy="6287377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PhAnim="0">
  <p:cSld>
    <p:spTree>
      <p:nvGrpSpPr>
        <p:cNvPr id="1" name="">
          <a:extLst>
            <a:ext uri="{FF2B5EF4-FFF2-40B4-BE49-F238E27FC236}">
              <a16:creationId xmlns:a16="http://schemas.microsoft.com/office/drawing/2014/main" id="{73244CA3-1FDF-7BD5-1D9F-849D705F90F4}"/>
            </a:ext>
          </a:extLst>
        </p:cNvPr>
        <p:cNvGrpSpPr/>
        <p:nvPr/>
      </p:nvGrpSpPr>
      <p:grpSpPr bwMode="auto">
        <a:xfrm>
          <a:off x="0" y="0"/>
          <a:ext cx="0" cy="0"/>
          <a:chOff x="0" y="0"/>
          <a:chExt cx="0" cy="0"/>
        </a:xfrm>
      </p:grpSpPr>
      <p:sp>
        <p:nvSpPr>
          <p:cNvPr id="172236489" name="Title 7">
            <a:extLst>
              <a:ext uri="{FF2B5EF4-FFF2-40B4-BE49-F238E27FC236}">
                <a16:creationId xmlns:a16="http://schemas.microsoft.com/office/drawing/2014/main" id="{5823C3BE-9C7C-D438-0263-E5CC519B94C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auto">
          <a:xfrm>
            <a:off x="883920" y="1984375"/>
            <a:ext cx="9563100" cy="1865630"/>
          </a:xfrm>
        </p:spPr>
        <p:txBody>
          <a:bodyPr vertOverflow="overflow" horzOverflow="overflow" vert="horz" wrap="square" lIns="91440" tIns="146304" rIns="91440" bIns="146304" numCol="1" spcCol="0" rtlCol="0" fromWordArt="0" anchor="ctr" anchorCtr="0" forceAA="0" compatLnSpc="0">
            <a:noAutofit/>
          </a:bodyPr>
          <a:lstStyle>
            <a:lvl1pPr>
              <a:defRPr lang="es-MX" sz="7200" b="1" i="0">
                <a:latin typeface="JetBrains Mono"/>
                <a:ea typeface="JetBrains Mono"/>
                <a:cs typeface="JetBrains Mono"/>
              </a:defRPr>
            </a:lvl1pPr>
            <a:lvl2pPr>
              <a:defRPr lang="es-MX" sz="4800" b="1">
                <a:latin typeface="JetBrains Mono"/>
                <a:ea typeface="JetBrains Mono"/>
                <a:cs typeface="JetBrains Mono"/>
              </a:defRPr>
            </a:lvl2pPr>
            <a:lvl3pPr>
              <a:defRPr lang="es-MX" sz="4800" b="1">
                <a:latin typeface="JetBrains Mono"/>
                <a:ea typeface="JetBrains Mono"/>
                <a:cs typeface="JetBrains Mono"/>
              </a:defRPr>
            </a:lvl3pPr>
            <a:lvl4pPr>
              <a:defRPr lang="es-MX" sz="4800" b="1">
                <a:latin typeface="JetBrains Mono"/>
                <a:ea typeface="JetBrains Mono"/>
                <a:cs typeface="JetBrains Mono"/>
              </a:defRPr>
            </a:lvl4pPr>
            <a:lvl5pPr>
              <a:defRPr lang="es-MX" sz="4800" b="1">
                <a:latin typeface="JetBrains Mono"/>
                <a:ea typeface="JetBrains Mono"/>
                <a:cs typeface="JetBrains Mono"/>
              </a:defRPr>
            </a:lvl5pPr>
            <a:lvl6pPr>
              <a:defRPr lang="es-MX" sz="4800" b="1">
                <a:latin typeface="JetBrains Mono"/>
                <a:ea typeface="JetBrains Mono"/>
                <a:cs typeface="JetBrains Mono"/>
              </a:defRPr>
            </a:lvl6pPr>
            <a:lvl7pPr>
              <a:defRPr lang="es-MX" sz="4800" b="1">
                <a:latin typeface="JetBrains Mono"/>
                <a:ea typeface="JetBrains Mono"/>
                <a:cs typeface="JetBrains Mono"/>
              </a:defRPr>
            </a:lvl7pPr>
            <a:lvl8pPr>
              <a:defRPr lang="es-MX" sz="4800" b="1">
                <a:latin typeface="JetBrains Mono"/>
                <a:ea typeface="JetBrains Mono"/>
                <a:cs typeface="JetBrains Mono"/>
              </a:defRPr>
            </a:lvl8pPr>
            <a:lvl9pPr>
              <a:defRPr lang="es-MX" sz="4800" b="1">
                <a:latin typeface="JetBrains Mono"/>
                <a:ea typeface="JetBrains Mono"/>
                <a:cs typeface="JetBrains Mono"/>
              </a:defRPr>
            </a:lvl9pPr>
          </a:lstStyle>
          <a:p>
            <a:pPr>
              <a:defRPr/>
            </a:pPr>
            <a:r>
              <a:rPr lang="en-US" altLang="es-ES" sz="4800" dirty="0">
                <a:latin typeface="Amazon Ember Display"/>
                <a:cs typeface="Amazon Ember Display"/>
              </a:rPr>
              <a:t>GRACIAS!</a:t>
            </a:r>
          </a:p>
        </p:txBody>
      </p:sp>
      <p:sp>
        <p:nvSpPr>
          <p:cNvPr id="956777151" name="Text Placeholder 11">
            <a:extLst>
              <a:ext uri="{FF2B5EF4-FFF2-40B4-BE49-F238E27FC236}">
                <a16:creationId xmlns:a16="http://schemas.microsoft.com/office/drawing/2014/main" id="{7F2EE714-BDFF-A870-EB08-95B90A409BB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auto">
          <a:xfrm>
            <a:off x="883707" y="4214186"/>
            <a:ext cx="4679671" cy="369329"/>
          </a:xfrm>
        </p:spPr>
        <p:txBody>
          <a:bodyPr>
            <a:noAutofit/>
          </a:bodyPr>
          <a:lstStyle>
            <a:lvl1pPr marL="0" indent="0">
              <a:buNone/>
              <a:defRPr sz="2000" b="0" cap="none" spc="0"/>
            </a:lvl1pPr>
          </a:lstStyle>
          <a:p>
            <a:pPr>
              <a:defRPr/>
            </a:pPr>
            <a:r>
              <a:rPr lang="es-CL" altLang="en-US" sz="2800"/>
              <a:t>BRYAN RAMIREZ</a:t>
            </a:r>
          </a:p>
        </p:txBody>
      </p:sp>
      <p:sp>
        <p:nvSpPr>
          <p:cNvPr id="983431636" name="Text Placeholder 15">
            <a:extLst>
              <a:ext uri="{FF2B5EF4-FFF2-40B4-BE49-F238E27FC236}">
                <a16:creationId xmlns:a16="http://schemas.microsoft.com/office/drawing/2014/main" id="{F9C53478-215B-E29E-CFFA-A4E1D89C2B2D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 bwMode="auto">
          <a:xfrm>
            <a:off x="883707" y="4949275"/>
            <a:ext cx="4679671" cy="535528"/>
          </a:xfrm>
        </p:spPr>
        <p:txBody>
          <a:bodyPr vertOverflow="overflow" horzOverflow="overflow" vert="horz" wrap="square" lIns="91440" tIns="45720" rIns="91440" bIns="45720" numCol="1" spcCol="0" rtlCol="0" fromWordArt="0" anchor="ctr" anchorCtr="0" forceAA="0" compatLnSpc="0">
            <a:noAutofit/>
          </a:bodyPr>
          <a:lstStyle>
            <a:lvl1pPr marL="0" indent="0">
              <a:spcAft>
                <a:spcPts val="300"/>
              </a:spcAft>
              <a:buNone/>
              <a:defRPr sz="1600">
                <a:solidFill>
                  <a:srgbClr val="00FF00"/>
                </a:solidFill>
              </a:defRPr>
            </a:lvl1pPr>
            <a:lvl2pPr marL="228600" indent="0">
              <a:buNone/>
              <a:defRPr/>
            </a:lvl2pPr>
            <a:lvl3pPr marL="457200" indent="0">
              <a:buNone/>
              <a:defRPr/>
            </a:lvl3pPr>
            <a:lvl4pPr marL="685800" indent="0">
              <a:buNone/>
              <a:defRPr/>
            </a:lvl4pPr>
            <a:lvl5pPr marL="685800" indent="0">
              <a:buNone/>
              <a:defRPr/>
            </a:lvl5pPr>
          </a:lstStyle>
          <a:p>
            <a:pPr>
              <a:defRPr/>
            </a:pPr>
            <a:r>
              <a:rPr lang="es-CL" sz="2000">
                <a:solidFill>
                  <a:schemeClr val="bg1"/>
                </a:solidFill>
              </a:rPr>
              <a:t>IT Assisstant</a:t>
            </a:r>
            <a:endParaRPr sz="2000">
              <a:solidFill>
                <a:schemeClr val="bg1"/>
              </a:solidFill>
            </a:endParaRPr>
          </a:p>
          <a:p>
            <a:pPr>
              <a:defRPr/>
            </a:pPr>
            <a:r>
              <a:rPr lang="es-CL" altLang="en-US" sz="2000">
                <a:solidFill>
                  <a:schemeClr val="bg1"/>
                </a:solidFill>
              </a:rPr>
              <a:t>&amp;beyond</a:t>
            </a:r>
          </a:p>
        </p:txBody>
      </p:sp>
    </p:spTree>
    <p:extLst>
      <p:ext uri="{BB962C8B-B14F-4D97-AF65-F5344CB8AC3E}">
        <p14:creationId xmlns:p14="http://schemas.microsoft.com/office/powerpoint/2010/main" val="49293181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AWS Cloud Club">
      <a:dk1>
        <a:srgbClr val="FFFFFF"/>
      </a:dk1>
      <a:lt1>
        <a:srgbClr val="FFFFFF"/>
      </a:lt1>
      <a:dk2>
        <a:srgbClr val="003181"/>
      </a:dk2>
      <a:lt2>
        <a:srgbClr val="003181"/>
      </a:lt2>
      <a:accent1>
        <a:srgbClr val="003181"/>
      </a:accent1>
      <a:accent2>
        <a:srgbClr val="FF9900"/>
      </a:accent2>
      <a:accent3>
        <a:srgbClr val="005276"/>
      </a:accent3>
      <a:accent4>
        <a:srgbClr val="007FAA"/>
      </a:accent4>
      <a:accent5>
        <a:srgbClr val="7C5AED"/>
      </a:accent5>
      <a:accent6>
        <a:srgbClr val="38EF7D"/>
      </a:accent6>
      <a:hlink>
        <a:srgbClr val="F46EBB"/>
      </a:hlink>
      <a:folHlink>
        <a:srgbClr val="DF2A5D"/>
      </a:folHlink>
    </a:clrScheme>
    <a:fontScheme name="AWS Cloud Club">
      <a:majorFont>
        <a:latin typeface="Amazon Ember"/>
        <a:ea typeface="Arial"/>
        <a:cs typeface="Arial"/>
      </a:majorFont>
      <a:minorFont>
        <a:latin typeface="Amazon Ember Display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/>
        <a:ea typeface="Arial"/>
        <a:cs typeface="Arial"/>
      </a:majorFont>
      <a:minorFont>
        <a:latin typeface="Aptos"/>
        <a:ea typeface="Arial"/>
        <a:cs typeface="Arial"/>
      </a:minorFont>
    </a:fontScheme>
    <a:fmtScheme name="Office">
      <a:fillStyleLst>
        <a:solidFill>
          <a:schemeClr val="phClr"/>
        </a:solidFill>
        <a:gradFill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 bwMode="auto"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122</TotalTime>
  <Words>163</Words>
  <Application>Microsoft Office PowerPoint</Application>
  <PresentationFormat>Widescreen</PresentationFormat>
  <Paragraphs>32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Amazon Ember</vt:lpstr>
      <vt:lpstr>Amazon Ember Display</vt:lpstr>
      <vt:lpstr>Aptos</vt:lpstr>
      <vt:lpstr>Arial</vt:lpstr>
      <vt:lpstr>JetBrains Mono</vt:lpstr>
      <vt:lpstr>Red Hat Display</vt:lpstr>
      <vt:lpstr>Office Theme</vt:lpstr>
      <vt:lpstr>Uso correcto de la Plantilla</vt:lpstr>
      <vt:lpstr>Del prompt al deploy: Infraestructura como Código con Pulumi en AWS</vt:lpstr>
      <vt:lpstr>PowerPoint Presentation</vt:lpstr>
      <vt:lpstr>PowerPoint Presentation</vt:lpstr>
      <vt:lpstr>Solo el título</vt:lpstr>
      <vt:lpstr>PowerPoint Presentation</vt:lpstr>
      <vt:lpstr>PowerPoint Presentation</vt:lpstr>
      <vt:lpstr>PowerPoint Presentation</vt:lpstr>
      <vt:lpstr>Título</vt:lpstr>
      <vt:lpstr>GRACIAS!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compufest[1]</dc:creator>
  <cp:lastModifiedBy>Bryan Ramirez</cp:lastModifiedBy>
  <cp:revision>18</cp:revision>
  <dcterms:created xsi:type="dcterms:W3CDTF">2025-06-20T01:54:00Z</dcterms:created>
  <dcterms:modified xsi:type="dcterms:W3CDTF">2026-03-13T20:41:45Z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7EDEE52715C342F6B3ED761A61832BD4_13</vt:lpwstr>
  </property>
  <property fmtid="{D5CDD505-2E9C-101B-9397-08002B2CF9AE}" pid="3" name="KSOProductBuildVer">
    <vt:lpwstr>3082-12.2.0.23196</vt:lpwstr>
  </property>
</Properties>
</file>